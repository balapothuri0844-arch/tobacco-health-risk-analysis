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372CBB-2D92-45D8-93DB-B3EE578A2293}" v="9" dt="2024-11-29T20:45:44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hi Kalyan Yerramilli" userId="c8834e223cdb5331" providerId="LiveId" clId="{4D372CBB-2D92-45D8-93DB-B3EE578A2293}"/>
    <pc:docChg chg="modSld">
      <pc:chgData name="Vamshi Kalyan Yerramilli" userId="c8834e223cdb5331" providerId="LiveId" clId="{4D372CBB-2D92-45D8-93DB-B3EE578A2293}" dt="2024-11-29T20:45:44.028" v="111" actId="12100"/>
      <pc:docMkLst>
        <pc:docMk/>
      </pc:docMkLst>
      <pc:sldChg chg="modSp mod">
        <pc:chgData name="Vamshi Kalyan Yerramilli" userId="c8834e223cdb5331" providerId="LiveId" clId="{4D372CBB-2D92-45D8-93DB-B3EE578A2293}" dt="2024-11-29T20:43:48.340" v="61" actId="20577"/>
        <pc:sldMkLst>
          <pc:docMk/>
          <pc:sldMk cId="1045095994" sldId="256"/>
        </pc:sldMkLst>
        <pc:spChg chg="mod">
          <ac:chgData name="Vamshi Kalyan Yerramilli" userId="c8834e223cdb5331" providerId="LiveId" clId="{4D372CBB-2D92-45D8-93DB-B3EE578A2293}" dt="2024-11-29T20:43:48.340" v="61" actId="20577"/>
          <ac:spMkLst>
            <pc:docMk/>
            <pc:sldMk cId="1045095994" sldId="256"/>
            <ac:spMk id="3" creationId="{4913762F-302A-BFFA-86E9-642923CB069E}"/>
          </ac:spMkLst>
        </pc:spChg>
      </pc:sldChg>
      <pc:sldChg chg="modSp mod">
        <pc:chgData name="Vamshi Kalyan Yerramilli" userId="c8834e223cdb5331" providerId="LiveId" clId="{4D372CBB-2D92-45D8-93DB-B3EE578A2293}" dt="2024-11-29T20:45:44.028" v="111" actId="12100"/>
        <pc:sldMkLst>
          <pc:docMk/>
          <pc:sldMk cId="1746014117" sldId="257"/>
        </pc:sldMkLst>
        <pc:spChg chg="mod">
          <ac:chgData name="Vamshi Kalyan Yerramilli" userId="c8834e223cdb5331" providerId="LiveId" clId="{4D372CBB-2D92-45D8-93DB-B3EE578A2293}" dt="2024-11-29T20:44:42.081" v="102" actId="2711"/>
          <ac:spMkLst>
            <pc:docMk/>
            <pc:sldMk cId="1746014117" sldId="257"/>
            <ac:spMk id="2" creationId="{58A2B9FB-83AB-5258-7573-33165FCC1069}"/>
          </ac:spMkLst>
        </pc:spChg>
        <pc:graphicFrameChg chg="mod">
          <ac:chgData name="Vamshi Kalyan Yerramilli" userId="c8834e223cdb5331" providerId="LiveId" clId="{4D372CBB-2D92-45D8-93DB-B3EE578A2293}" dt="2024-11-29T20:45:44.028" v="111" actId="12100"/>
          <ac:graphicFrameMkLst>
            <pc:docMk/>
            <pc:sldMk cId="1746014117" sldId="257"/>
            <ac:graphicFrameMk id="29" creationId="{D07BAA4F-AA47-AEE7-091A-D8BCC3EBE871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13713C-CF68-412B-A0E7-057F7A09D7AA}" type="doc">
      <dgm:prSet loTypeId="urn:microsoft.com/office/officeart/2005/8/layout/hierarchy1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0732206-9EB1-44CE-BAA3-D2E719203E3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Nandini</a:t>
          </a:r>
        </a:p>
      </dgm:t>
    </dgm:pt>
    <dgm:pt modelId="{9C8A4380-2C2D-4C05-956A-84F6F4E4327E}" type="parTrans" cxnId="{4D493964-21B4-49E8-A9E2-C4FCC8EADAB5}">
      <dgm:prSet/>
      <dgm:spPr/>
      <dgm:t>
        <a:bodyPr/>
        <a:lstStyle/>
        <a:p>
          <a:endParaRPr lang="en-US"/>
        </a:p>
      </dgm:t>
    </dgm:pt>
    <dgm:pt modelId="{2047603B-92C9-4D5E-9A6A-151A553F9656}" type="sibTrans" cxnId="{4D493964-21B4-49E8-A9E2-C4FCC8EADAB5}">
      <dgm:prSet/>
      <dgm:spPr/>
      <dgm:t>
        <a:bodyPr/>
        <a:lstStyle/>
        <a:p>
          <a:endParaRPr lang="en-US"/>
        </a:p>
      </dgm:t>
    </dgm:pt>
    <dgm:pt modelId="{8ED1B41B-0BD0-46DD-A832-A7EA47F8CFD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Vamshi</a:t>
          </a:r>
        </a:p>
      </dgm:t>
    </dgm:pt>
    <dgm:pt modelId="{F01C93DC-BC2C-4399-8501-5506F2069599}" type="parTrans" cxnId="{D0BD54F2-A8AD-4C39-83E7-70EA72C759E0}">
      <dgm:prSet/>
      <dgm:spPr/>
      <dgm:t>
        <a:bodyPr/>
        <a:lstStyle/>
        <a:p>
          <a:endParaRPr lang="en-US"/>
        </a:p>
      </dgm:t>
    </dgm:pt>
    <dgm:pt modelId="{CA3331DE-3A39-4884-AB7D-97331A368071}" type="sibTrans" cxnId="{D0BD54F2-A8AD-4C39-83E7-70EA72C759E0}">
      <dgm:prSet/>
      <dgm:spPr/>
      <dgm:t>
        <a:bodyPr/>
        <a:lstStyle/>
        <a:p>
          <a:endParaRPr lang="en-US"/>
        </a:p>
      </dgm:t>
    </dgm:pt>
    <dgm:pt modelId="{379FF3E3-3845-4F5D-81AA-476813E49A8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Vijay</a:t>
          </a:r>
        </a:p>
      </dgm:t>
    </dgm:pt>
    <dgm:pt modelId="{052C49BE-67CC-41B8-8AF0-ABE3A0E9FF25}" type="parTrans" cxnId="{DAF5E94D-C1A7-4979-8E98-E487A8C215C7}">
      <dgm:prSet/>
      <dgm:spPr/>
      <dgm:t>
        <a:bodyPr/>
        <a:lstStyle/>
        <a:p>
          <a:endParaRPr lang="en-US"/>
        </a:p>
      </dgm:t>
    </dgm:pt>
    <dgm:pt modelId="{5725CC9C-44F9-4F17-9167-C61947E07709}" type="sibTrans" cxnId="{DAF5E94D-C1A7-4979-8E98-E487A8C215C7}">
      <dgm:prSet/>
      <dgm:spPr/>
      <dgm:t>
        <a:bodyPr/>
        <a:lstStyle/>
        <a:p>
          <a:endParaRPr lang="en-US"/>
        </a:p>
      </dgm:t>
    </dgm:pt>
    <dgm:pt modelId="{BA587A72-8C55-4432-97CC-57DB267A4D9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Bala</a:t>
          </a:r>
        </a:p>
      </dgm:t>
    </dgm:pt>
    <dgm:pt modelId="{69521607-1031-4950-844F-CE6F9AA70A4F}" type="parTrans" cxnId="{39D9D926-E33E-48D0-B387-A0587F8CEED4}">
      <dgm:prSet/>
      <dgm:spPr/>
      <dgm:t>
        <a:bodyPr/>
        <a:lstStyle/>
        <a:p>
          <a:endParaRPr lang="en-US"/>
        </a:p>
      </dgm:t>
    </dgm:pt>
    <dgm:pt modelId="{BABE13A7-8210-4B80-B619-E8C52B7B16AD}" type="sibTrans" cxnId="{39D9D926-E33E-48D0-B387-A0587F8CEED4}">
      <dgm:prSet/>
      <dgm:spPr/>
      <dgm:t>
        <a:bodyPr/>
        <a:lstStyle/>
        <a:p>
          <a:endParaRPr lang="en-US"/>
        </a:p>
      </dgm:t>
    </dgm:pt>
    <dgm:pt modelId="{5501DD2B-6D01-4690-A477-E53ABC5CBC6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Jaya Sai</a:t>
          </a:r>
        </a:p>
      </dgm:t>
    </dgm:pt>
    <dgm:pt modelId="{82389A29-E48C-4A5F-9776-E730A34ED0AD}" type="parTrans" cxnId="{EDC651D2-BFB2-4F39-B9ED-B114BCCAB81A}">
      <dgm:prSet/>
      <dgm:spPr/>
      <dgm:t>
        <a:bodyPr/>
        <a:lstStyle/>
        <a:p>
          <a:endParaRPr lang="en-US"/>
        </a:p>
      </dgm:t>
    </dgm:pt>
    <dgm:pt modelId="{D0659073-1989-4B4E-9366-586798D46FCC}" type="sibTrans" cxnId="{EDC651D2-BFB2-4F39-B9ED-B114BCCAB81A}">
      <dgm:prSet/>
      <dgm:spPr/>
      <dgm:t>
        <a:bodyPr/>
        <a:lstStyle/>
        <a:p>
          <a:endParaRPr lang="en-US"/>
        </a:p>
      </dgm:t>
    </dgm:pt>
    <dgm:pt modelId="{C4B971FD-95BC-4242-BA41-1267D2471FA8}" type="pres">
      <dgm:prSet presAssocID="{4013713C-CF68-412B-A0E7-057F7A09D7A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406061-C39A-4A48-BD4F-C86B57E9164C}" type="pres">
      <dgm:prSet presAssocID="{80732206-9EB1-44CE-BAA3-D2E719203E3D}" presName="hierRoot1" presStyleCnt="0"/>
      <dgm:spPr/>
    </dgm:pt>
    <dgm:pt modelId="{B9361B2D-F0E9-44C3-A8B5-B22746E81A00}" type="pres">
      <dgm:prSet presAssocID="{80732206-9EB1-44CE-BAA3-D2E719203E3D}" presName="composite" presStyleCnt="0"/>
      <dgm:spPr/>
    </dgm:pt>
    <dgm:pt modelId="{442881F0-FF13-46F3-8F79-317B8252F1FB}" type="pres">
      <dgm:prSet presAssocID="{80732206-9EB1-44CE-BAA3-D2E719203E3D}" presName="background" presStyleLbl="node0" presStyleIdx="0" presStyleCnt="5"/>
      <dgm:spPr/>
    </dgm:pt>
    <dgm:pt modelId="{616E3D31-9111-4A0B-A84A-D113FCB09960}" type="pres">
      <dgm:prSet presAssocID="{80732206-9EB1-44CE-BAA3-D2E719203E3D}" presName="text" presStyleLbl="fgAcc0" presStyleIdx="0" presStyleCnt="5">
        <dgm:presLayoutVars>
          <dgm:chPref val="3"/>
        </dgm:presLayoutVars>
      </dgm:prSet>
      <dgm:spPr/>
    </dgm:pt>
    <dgm:pt modelId="{750D811E-B8C4-4FBA-A4DB-FDDE921DC09C}" type="pres">
      <dgm:prSet presAssocID="{80732206-9EB1-44CE-BAA3-D2E719203E3D}" presName="hierChild2" presStyleCnt="0"/>
      <dgm:spPr/>
    </dgm:pt>
    <dgm:pt modelId="{A87D11A4-A274-4861-BA9F-327132D88F94}" type="pres">
      <dgm:prSet presAssocID="{8ED1B41B-0BD0-46DD-A832-A7EA47F8CFDD}" presName="hierRoot1" presStyleCnt="0"/>
      <dgm:spPr/>
    </dgm:pt>
    <dgm:pt modelId="{371FFC84-6B0E-4229-8288-BC7E7A7E4487}" type="pres">
      <dgm:prSet presAssocID="{8ED1B41B-0BD0-46DD-A832-A7EA47F8CFDD}" presName="composite" presStyleCnt="0"/>
      <dgm:spPr/>
    </dgm:pt>
    <dgm:pt modelId="{B90C010A-E6B8-49F0-BA59-1FFAA3F258A5}" type="pres">
      <dgm:prSet presAssocID="{8ED1B41B-0BD0-46DD-A832-A7EA47F8CFDD}" presName="background" presStyleLbl="node0" presStyleIdx="1" presStyleCnt="5"/>
      <dgm:spPr/>
    </dgm:pt>
    <dgm:pt modelId="{773443F1-E79F-4D03-9B3B-D6D8701DEF60}" type="pres">
      <dgm:prSet presAssocID="{8ED1B41B-0BD0-46DD-A832-A7EA47F8CFDD}" presName="text" presStyleLbl="fgAcc0" presStyleIdx="1" presStyleCnt="5">
        <dgm:presLayoutVars>
          <dgm:chPref val="3"/>
        </dgm:presLayoutVars>
      </dgm:prSet>
      <dgm:spPr/>
    </dgm:pt>
    <dgm:pt modelId="{7E99F065-2D5E-4D5B-A121-CB62679F3C90}" type="pres">
      <dgm:prSet presAssocID="{8ED1B41B-0BD0-46DD-A832-A7EA47F8CFDD}" presName="hierChild2" presStyleCnt="0"/>
      <dgm:spPr/>
    </dgm:pt>
    <dgm:pt modelId="{EC64B24B-6BE1-4AC7-8FAF-EF6C2B99E4CE}" type="pres">
      <dgm:prSet presAssocID="{379FF3E3-3845-4F5D-81AA-476813E49A8A}" presName="hierRoot1" presStyleCnt="0"/>
      <dgm:spPr/>
    </dgm:pt>
    <dgm:pt modelId="{C8B88C4A-1677-42F0-8676-371A1CF27713}" type="pres">
      <dgm:prSet presAssocID="{379FF3E3-3845-4F5D-81AA-476813E49A8A}" presName="composite" presStyleCnt="0"/>
      <dgm:spPr/>
    </dgm:pt>
    <dgm:pt modelId="{9B6FBB0D-DAF5-48FC-82CB-14EF2557DD03}" type="pres">
      <dgm:prSet presAssocID="{379FF3E3-3845-4F5D-81AA-476813E49A8A}" presName="background" presStyleLbl="node0" presStyleIdx="2" presStyleCnt="5"/>
      <dgm:spPr/>
    </dgm:pt>
    <dgm:pt modelId="{91445A6D-CA14-44C6-A9B3-37FA6C8E279D}" type="pres">
      <dgm:prSet presAssocID="{379FF3E3-3845-4F5D-81AA-476813E49A8A}" presName="text" presStyleLbl="fgAcc0" presStyleIdx="2" presStyleCnt="5">
        <dgm:presLayoutVars>
          <dgm:chPref val="3"/>
        </dgm:presLayoutVars>
      </dgm:prSet>
      <dgm:spPr/>
    </dgm:pt>
    <dgm:pt modelId="{3CE3E649-8990-4A72-BEA1-4B63CB407325}" type="pres">
      <dgm:prSet presAssocID="{379FF3E3-3845-4F5D-81AA-476813E49A8A}" presName="hierChild2" presStyleCnt="0"/>
      <dgm:spPr/>
    </dgm:pt>
    <dgm:pt modelId="{E5D3F397-7137-4FBD-9827-3A79E1378DC8}" type="pres">
      <dgm:prSet presAssocID="{BA587A72-8C55-4432-97CC-57DB267A4D9D}" presName="hierRoot1" presStyleCnt="0"/>
      <dgm:spPr/>
    </dgm:pt>
    <dgm:pt modelId="{9C48B461-68FA-445D-9271-3DAD3AB42369}" type="pres">
      <dgm:prSet presAssocID="{BA587A72-8C55-4432-97CC-57DB267A4D9D}" presName="composite" presStyleCnt="0"/>
      <dgm:spPr/>
    </dgm:pt>
    <dgm:pt modelId="{C4EC53BD-1280-4DF1-9D6C-B8DC069D3B87}" type="pres">
      <dgm:prSet presAssocID="{BA587A72-8C55-4432-97CC-57DB267A4D9D}" presName="background" presStyleLbl="node0" presStyleIdx="3" presStyleCnt="5"/>
      <dgm:spPr/>
    </dgm:pt>
    <dgm:pt modelId="{B85DE8EF-7F48-448A-958D-B66C78FA3E01}" type="pres">
      <dgm:prSet presAssocID="{BA587A72-8C55-4432-97CC-57DB267A4D9D}" presName="text" presStyleLbl="fgAcc0" presStyleIdx="3" presStyleCnt="5">
        <dgm:presLayoutVars>
          <dgm:chPref val="3"/>
        </dgm:presLayoutVars>
      </dgm:prSet>
      <dgm:spPr/>
    </dgm:pt>
    <dgm:pt modelId="{6E16E383-79D3-49C0-88B6-EF5639A770CF}" type="pres">
      <dgm:prSet presAssocID="{BA587A72-8C55-4432-97CC-57DB267A4D9D}" presName="hierChild2" presStyleCnt="0"/>
      <dgm:spPr/>
    </dgm:pt>
    <dgm:pt modelId="{C3514D44-B101-4B2C-9107-351242CB1829}" type="pres">
      <dgm:prSet presAssocID="{5501DD2B-6D01-4690-A477-E53ABC5CBC63}" presName="hierRoot1" presStyleCnt="0"/>
      <dgm:spPr/>
    </dgm:pt>
    <dgm:pt modelId="{26090508-3F04-4B32-AA9E-A1843F8DACB4}" type="pres">
      <dgm:prSet presAssocID="{5501DD2B-6D01-4690-A477-E53ABC5CBC63}" presName="composite" presStyleCnt="0"/>
      <dgm:spPr/>
    </dgm:pt>
    <dgm:pt modelId="{EB06FC24-1E8F-44BE-BD35-4D3323641283}" type="pres">
      <dgm:prSet presAssocID="{5501DD2B-6D01-4690-A477-E53ABC5CBC63}" presName="background" presStyleLbl="node0" presStyleIdx="4" presStyleCnt="5"/>
      <dgm:spPr/>
    </dgm:pt>
    <dgm:pt modelId="{471B3FA5-3835-454E-BE27-C44B7410CDCC}" type="pres">
      <dgm:prSet presAssocID="{5501DD2B-6D01-4690-A477-E53ABC5CBC63}" presName="text" presStyleLbl="fgAcc0" presStyleIdx="4" presStyleCnt="5">
        <dgm:presLayoutVars>
          <dgm:chPref val="3"/>
        </dgm:presLayoutVars>
      </dgm:prSet>
      <dgm:spPr/>
    </dgm:pt>
    <dgm:pt modelId="{7E056F9E-A74E-4686-ACC5-7D0E892EF965}" type="pres">
      <dgm:prSet presAssocID="{5501DD2B-6D01-4690-A477-E53ABC5CBC63}" presName="hierChild2" presStyleCnt="0"/>
      <dgm:spPr/>
    </dgm:pt>
  </dgm:ptLst>
  <dgm:cxnLst>
    <dgm:cxn modelId="{1939220C-D89D-478E-89FD-E476CD3456FD}" type="presOf" srcId="{5501DD2B-6D01-4690-A477-E53ABC5CBC63}" destId="{471B3FA5-3835-454E-BE27-C44B7410CDCC}" srcOrd="0" destOrd="0" presId="urn:microsoft.com/office/officeart/2005/8/layout/hierarchy1"/>
    <dgm:cxn modelId="{1E267324-A7A7-404E-8BAB-39DA37337664}" type="presOf" srcId="{8ED1B41B-0BD0-46DD-A832-A7EA47F8CFDD}" destId="{773443F1-E79F-4D03-9B3B-D6D8701DEF60}" srcOrd="0" destOrd="0" presId="urn:microsoft.com/office/officeart/2005/8/layout/hierarchy1"/>
    <dgm:cxn modelId="{39D9D926-E33E-48D0-B387-A0587F8CEED4}" srcId="{4013713C-CF68-412B-A0E7-057F7A09D7AA}" destId="{BA587A72-8C55-4432-97CC-57DB267A4D9D}" srcOrd="3" destOrd="0" parTransId="{69521607-1031-4950-844F-CE6F9AA70A4F}" sibTransId="{BABE13A7-8210-4B80-B619-E8C52B7B16AD}"/>
    <dgm:cxn modelId="{8AB4D440-D69C-4379-B5D7-6E1E7DB2A9AC}" type="presOf" srcId="{379FF3E3-3845-4F5D-81AA-476813E49A8A}" destId="{91445A6D-CA14-44C6-A9B3-37FA6C8E279D}" srcOrd="0" destOrd="0" presId="urn:microsoft.com/office/officeart/2005/8/layout/hierarchy1"/>
    <dgm:cxn modelId="{A9F7DE63-1699-4793-86D3-784F14128EA4}" type="presOf" srcId="{BA587A72-8C55-4432-97CC-57DB267A4D9D}" destId="{B85DE8EF-7F48-448A-958D-B66C78FA3E01}" srcOrd="0" destOrd="0" presId="urn:microsoft.com/office/officeart/2005/8/layout/hierarchy1"/>
    <dgm:cxn modelId="{4D493964-21B4-49E8-A9E2-C4FCC8EADAB5}" srcId="{4013713C-CF68-412B-A0E7-057F7A09D7AA}" destId="{80732206-9EB1-44CE-BAA3-D2E719203E3D}" srcOrd="0" destOrd="0" parTransId="{9C8A4380-2C2D-4C05-956A-84F6F4E4327E}" sibTransId="{2047603B-92C9-4D5E-9A6A-151A553F9656}"/>
    <dgm:cxn modelId="{DAF5E94D-C1A7-4979-8E98-E487A8C215C7}" srcId="{4013713C-CF68-412B-A0E7-057F7A09D7AA}" destId="{379FF3E3-3845-4F5D-81AA-476813E49A8A}" srcOrd="2" destOrd="0" parTransId="{052C49BE-67CC-41B8-8AF0-ABE3A0E9FF25}" sibTransId="{5725CC9C-44F9-4F17-9167-C61947E07709}"/>
    <dgm:cxn modelId="{E21B6E52-7066-44EF-BAC1-91FFF9E3D1B9}" type="presOf" srcId="{4013713C-CF68-412B-A0E7-057F7A09D7AA}" destId="{C4B971FD-95BC-4242-BA41-1267D2471FA8}" srcOrd="0" destOrd="0" presId="urn:microsoft.com/office/officeart/2005/8/layout/hierarchy1"/>
    <dgm:cxn modelId="{658138B0-40E6-4A9C-BFB8-A10E0497F385}" type="presOf" srcId="{80732206-9EB1-44CE-BAA3-D2E719203E3D}" destId="{616E3D31-9111-4A0B-A84A-D113FCB09960}" srcOrd="0" destOrd="0" presId="urn:microsoft.com/office/officeart/2005/8/layout/hierarchy1"/>
    <dgm:cxn modelId="{EDC651D2-BFB2-4F39-B9ED-B114BCCAB81A}" srcId="{4013713C-CF68-412B-A0E7-057F7A09D7AA}" destId="{5501DD2B-6D01-4690-A477-E53ABC5CBC63}" srcOrd="4" destOrd="0" parTransId="{82389A29-E48C-4A5F-9776-E730A34ED0AD}" sibTransId="{D0659073-1989-4B4E-9366-586798D46FCC}"/>
    <dgm:cxn modelId="{D0BD54F2-A8AD-4C39-83E7-70EA72C759E0}" srcId="{4013713C-CF68-412B-A0E7-057F7A09D7AA}" destId="{8ED1B41B-0BD0-46DD-A832-A7EA47F8CFDD}" srcOrd="1" destOrd="0" parTransId="{F01C93DC-BC2C-4399-8501-5506F2069599}" sibTransId="{CA3331DE-3A39-4884-AB7D-97331A368071}"/>
    <dgm:cxn modelId="{592F7D4D-5542-468A-A485-C15FA39AAF67}" type="presParOf" srcId="{C4B971FD-95BC-4242-BA41-1267D2471FA8}" destId="{D0406061-C39A-4A48-BD4F-C86B57E9164C}" srcOrd="0" destOrd="0" presId="urn:microsoft.com/office/officeart/2005/8/layout/hierarchy1"/>
    <dgm:cxn modelId="{BFB01CD7-191F-431B-8038-4CFB6FC27769}" type="presParOf" srcId="{D0406061-C39A-4A48-BD4F-C86B57E9164C}" destId="{B9361B2D-F0E9-44C3-A8B5-B22746E81A00}" srcOrd="0" destOrd="0" presId="urn:microsoft.com/office/officeart/2005/8/layout/hierarchy1"/>
    <dgm:cxn modelId="{FCCC27E9-E83A-4103-BB8B-DBD65862AC09}" type="presParOf" srcId="{B9361B2D-F0E9-44C3-A8B5-B22746E81A00}" destId="{442881F0-FF13-46F3-8F79-317B8252F1FB}" srcOrd="0" destOrd="0" presId="urn:microsoft.com/office/officeart/2005/8/layout/hierarchy1"/>
    <dgm:cxn modelId="{B29019C2-1750-4747-9B0E-4B7008259CFC}" type="presParOf" srcId="{B9361B2D-F0E9-44C3-A8B5-B22746E81A00}" destId="{616E3D31-9111-4A0B-A84A-D113FCB09960}" srcOrd="1" destOrd="0" presId="urn:microsoft.com/office/officeart/2005/8/layout/hierarchy1"/>
    <dgm:cxn modelId="{F9C39288-4DB6-4833-AD36-DD126707A153}" type="presParOf" srcId="{D0406061-C39A-4A48-BD4F-C86B57E9164C}" destId="{750D811E-B8C4-4FBA-A4DB-FDDE921DC09C}" srcOrd="1" destOrd="0" presId="urn:microsoft.com/office/officeart/2005/8/layout/hierarchy1"/>
    <dgm:cxn modelId="{7181DACD-82E4-4EAB-94E4-E947040712F5}" type="presParOf" srcId="{C4B971FD-95BC-4242-BA41-1267D2471FA8}" destId="{A87D11A4-A274-4861-BA9F-327132D88F94}" srcOrd="1" destOrd="0" presId="urn:microsoft.com/office/officeart/2005/8/layout/hierarchy1"/>
    <dgm:cxn modelId="{21181029-821E-491E-8611-2224FBA9941A}" type="presParOf" srcId="{A87D11A4-A274-4861-BA9F-327132D88F94}" destId="{371FFC84-6B0E-4229-8288-BC7E7A7E4487}" srcOrd="0" destOrd="0" presId="urn:microsoft.com/office/officeart/2005/8/layout/hierarchy1"/>
    <dgm:cxn modelId="{71FC6B69-DB60-43B6-9187-E4F673A3B268}" type="presParOf" srcId="{371FFC84-6B0E-4229-8288-BC7E7A7E4487}" destId="{B90C010A-E6B8-49F0-BA59-1FFAA3F258A5}" srcOrd="0" destOrd="0" presId="urn:microsoft.com/office/officeart/2005/8/layout/hierarchy1"/>
    <dgm:cxn modelId="{DB7317FA-111D-4C67-BF8F-D0333821946A}" type="presParOf" srcId="{371FFC84-6B0E-4229-8288-BC7E7A7E4487}" destId="{773443F1-E79F-4D03-9B3B-D6D8701DEF60}" srcOrd="1" destOrd="0" presId="urn:microsoft.com/office/officeart/2005/8/layout/hierarchy1"/>
    <dgm:cxn modelId="{EC9C2C83-ED67-4D8E-8AA9-3F10F585EA7F}" type="presParOf" srcId="{A87D11A4-A274-4861-BA9F-327132D88F94}" destId="{7E99F065-2D5E-4D5B-A121-CB62679F3C90}" srcOrd="1" destOrd="0" presId="urn:microsoft.com/office/officeart/2005/8/layout/hierarchy1"/>
    <dgm:cxn modelId="{91F6C2A8-2AD2-404C-8F99-6480F1235FC3}" type="presParOf" srcId="{C4B971FD-95BC-4242-BA41-1267D2471FA8}" destId="{EC64B24B-6BE1-4AC7-8FAF-EF6C2B99E4CE}" srcOrd="2" destOrd="0" presId="urn:microsoft.com/office/officeart/2005/8/layout/hierarchy1"/>
    <dgm:cxn modelId="{32AD16F7-3665-48C8-A36F-2E89D9E41F0C}" type="presParOf" srcId="{EC64B24B-6BE1-4AC7-8FAF-EF6C2B99E4CE}" destId="{C8B88C4A-1677-42F0-8676-371A1CF27713}" srcOrd="0" destOrd="0" presId="urn:microsoft.com/office/officeart/2005/8/layout/hierarchy1"/>
    <dgm:cxn modelId="{14AD569B-B6A2-4708-9474-4A30639FB510}" type="presParOf" srcId="{C8B88C4A-1677-42F0-8676-371A1CF27713}" destId="{9B6FBB0D-DAF5-48FC-82CB-14EF2557DD03}" srcOrd="0" destOrd="0" presId="urn:microsoft.com/office/officeart/2005/8/layout/hierarchy1"/>
    <dgm:cxn modelId="{6DF952B3-01AA-497E-B73D-AE4FFE4F4D4C}" type="presParOf" srcId="{C8B88C4A-1677-42F0-8676-371A1CF27713}" destId="{91445A6D-CA14-44C6-A9B3-37FA6C8E279D}" srcOrd="1" destOrd="0" presId="urn:microsoft.com/office/officeart/2005/8/layout/hierarchy1"/>
    <dgm:cxn modelId="{1C8B73D4-0834-4C5F-B91A-95A1F7464258}" type="presParOf" srcId="{EC64B24B-6BE1-4AC7-8FAF-EF6C2B99E4CE}" destId="{3CE3E649-8990-4A72-BEA1-4B63CB407325}" srcOrd="1" destOrd="0" presId="urn:microsoft.com/office/officeart/2005/8/layout/hierarchy1"/>
    <dgm:cxn modelId="{A2D3FC9B-456B-4886-B5A1-A67EFA169B50}" type="presParOf" srcId="{C4B971FD-95BC-4242-BA41-1267D2471FA8}" destId="{E5D3F397-7137-4FBD-9827-3A79E1378DC8}" srcOrd="3" destOrd="0" presId="urn:microsoft.com/office/officeart/2005/8/layout/hierarchy1"/>
    <dgm:cxn modelId="{3CC473A0-B344-408E-A474-EA2A682203A4}" type="presParOf" srcId="{E5D3F397-7137-4FBD-9827-3A79E1378DC8}" destId="{9C48B461-68FA-445D-9271-3DAD3AB42369}" srcOrd="0" destOrd="0" presId="urn:microsoft.com/office/officeart/2005/8/layout/hierarchy1"/>
    <dgm:cxn modelId="{87E608CF-FD60-46F1-AB48-00C12901E989}" type="presParOf" srcId="{9C48B461-68FA-445D-9271-3DAD3AB42369}" destId="{C4EC53BD-1280-4DF1-9D6C-B8DC069D3B87}" srcOrd="0" destOrd="0" presId="urn:microsoft.com/office/officeart/2005/8/layout/hierarchy1"/>
    <dgm:cxn modelId="{CCB43BF7-B782-49F9-9032-BB683B29B861}" type="presParOf" srcId="{9C48B461-68FA-445D-9271-3DAD3AB42369}" destId="{B85DE8EF-7F48-448A-958D-B66C78FA3E01}" srcOrd="1" destOrd="0" presId="urn:microsoft.com/office/officeart/2005/8/layout/hierarchy1"/>
    <dgm:cxn modelId="{0F1F94E9-0006-4F15-8389-FDD5F6FBB084}" type="presParOf" srcId="{E5D3F397-7137-4FBD-9827-3A79E1378DC8}" destId="{6E16E383-79D3-49C0-88B6-EF5639A770CF}" srcOrd="1" destOrd="0" presId="urn:microsoft.com/office/officeart/2005/8/layout/hierarchy1"/>
    <dgm:cxn modelId="{F5234BFC-2A7C-4DFB-A6BF-7DE2AD1AB219}" type="presParOf" srcId="{C4B971FD-95BC-4242-BA41-1267D2471FA8}" destId="{C3514D44-B101-4B2C-9107-351242CB1829}" srcOrd="4" destOrd="0" presId="urn:microsoft.com/office/officeart/2005/8/layout/hierarchy1"/>
    <dgm:cxn modelId="{8D9A15A8-8D44-4894-8ABF-645BBFFDF9A1}" type="presParOf" srcId="{C3514D44-B101-4B2C-9107-351242CB1829}" destId="{26090508-3F04-4B32-AA9E-A1843F8DACB4}" srcOrd="0" destOrd="0" presId="urn:microsoft.com/office/officeart/2005/8/layout/hierarchy1"/>
    <dgm:cxn modelId="{18E8BB6B-FEF6-47DB-8439-4DB79E7DC5EA}" type="presParOf" srcId="{26090508-3F04-4B32-AA9E-A1843F8DACB4}" destId="{EB06FC24-1E8F-44BE-BD35-4D3323641283}" srcOrd="0" destOrd="0" presId="urn:microsoft.com/office/officeart/2005/8/layout/hierarchy1"/>
    <dgm:cxn modelId="{C02EB2D0-70C6-41D1-A789-BBF7B15573F5}" type="presParOf" srcId="{26090508-3F04-4B32-AA9E-A1843F8DACB4}" destId="{471B3FA5-3835-454E-BE27-C44B7410CDCC}" srcOrd="1" destOrd="0" presId="urn:microsoft.com/office/officeart/2005/8/layout/hierarchy1"/>
    <dgm:cxn modelId="{A35FDE76-2343-46CA-8EE4-321EDF56958E}" type="presParOf" srcId="{C3514D44-B101-4B2C-9107-351242CB1829}" destId="{7E056F9E-A74E-4686-ACC5-7D0E892EF96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402FC8-D1FD-48C8-A7F3-372F20C901E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911AE7-7BD4-449F-A565-47E88C7D9088}">
      <dgm:prSet/>
      <dgm:spPr/>
      <dgm:t>
        <a:bodyPr/>
        <a:lstStyle/>
        <a:p>
          <a:r>
            <a:rPr lang="en-US"/>
            <a:t>Data used in the project are BRFSS Survey Data extracted from the CDC's State Tobacco Activities Tracking and Evaluation (STATE) System.</a:t>
          </a:r>
        </a:p>
      </dgm:t>
    </dgm:pt>
    <dgm:pt modelId="{C63670A1-23BC-467B-827D-852474997AC8}" type="parTrans" cxnId="{E363E48A-24A7-4756-B670-BB3C495F0776}">
      <dgm:prSet/>
      <dgm:spPr/>
      <dgm:t>
        <a:bodyPr/>
        <a:lstStyle/>
        <a:p>
          <a:endParaRPr lang="en-US"/>
        </a:p>
      </dgm:t>
    </dgm:pt>
    <dgm:pt modelId="{E95A467E-CAFF-47DE-AEC9-E214451727E2}" type="sibTrans" cxnId="{E363E48A-24A7-4756-B670-BB3C495F0776}">
      <dgm:prSet/>
      <dgm:spPr/>
      <dgm:t>
        <a:bodyPr/>
        <a:lstStyle/>
        <a:p>
          <a:endParaRPr lang="en-US"/>
        </a:p>
      </dgm:t>
    </dgm:pt>
    <dgm:pt modelId="{D605FA71-6A22-4224-829F-58472AD247D3}">
      <dgm:prSet/>
      <dgm:spPr/>
      <dgm:t>
        <a:bodyPr/>
        <a:lstStyle/>
        <a:p>
          <a:r>
            <a:rPr lang="en-US"/>
            <a:t>The goal is to better understand the behavioral health consequences of tobacco use and find out the demographic characteristics.</a:t>
          </a:r>
        </a:p>
      </dgm:t>
    </dgm:pt>
    <dgm:pt modelId="{1E97DD48-6A40-4DB8-B87F-4BD19F9177D1}" type="parTrans" cxnId="{9840B70B-FC18-4F71-AF59-EDFA9D547867}">
      <dgm:prSet/>
      <dgm:spPr/>
      <dgm:t>
        <a:bodyPr/>
        <a:lstStyle/>
        <a:p>
          <a:endParaRPr lang="en-US"/>
        </a:p>
      </dgm:t>
    </dgm:pt>
    <dgm:pt modelId="{874F7AC5-2BA3-44F3-95BE-3B6E4310308E}" type="sibTrans" cxnId="{9840B70B-FC18-4F71-AF59-EDFA9D547867}">
      <dgm:prSet/>
      <dgm:spPr/>
      <dgm:t>
        <a:bodyPr/>
        <a:lstStyle/>
        <a:p>
          <a:endParaRPr lang="en-US"/>
        </a:p>
      </dgm:t>
    </dgm:pt>
    <dgm:pt modelId="{42B7739E-5698-44EF-BBFB-44670E4A66FB}">
      <dgm:prSet/>
      <dgm:spPr/>
      <dgm:t>
        <a:bodyPr/>
        <a:lstStyle/>
        <a:p>
          <a:r>
            <a:rPr lang="en-US"/>
            <a:t>The project takes a robust data analysis approach to produce actionable insights</a:t>
          </a:r>
        </a:p>
      </dgm:t>
    </dgm:pt>
    <dgm:pt modelId="{D13FF79A-FEA5-4810-9209-4ACE4C64E423}" type="parTrans" cxnId="{CF75A4EE-2AF8-4233-81E6-224840B58B7C}">
      <dgm:prSet/>
      <dgm:spPr/>
      <dgm:t>
        <a:bodyPr/>
        <a:lstStyle/>
        <a:p>
          <a:endParaRPr lang="en-US"/>
        </a:p>
      </dgm:t>
    </dgm:pt>
    <dgm:pt modelId="{BA8666CC-A924-42D0-953D-6AB5A9C044DE}" type="sibTrans" cxnId="{CF75A4EE-2AF8-4233-81E6-224840B58B7C}">
      <dgm:prSet/>
      <dgm:spPr/>
      <dgm:t>
        <a:bodyPr/>
        <a:lstStyle/>
        <a:p>
          <a:endParaRPr lang="en-US"/>
        </a:p>
      </dgm:t>
    </dgm:pt>
    <dgm:pt modelId="{60F34602-D73C-43E7-B2A4-9F1D38FDA19C}">
      <dgm:prSet/>
      <dgm:spPr/>
      <dgm:t>
        <a:bodyPr/>
        <a:lstStyle/>
        <a:p>
          <a:r>
            <a:rPr lang="en-US"/>
            <a:t>The CDC’s STATE System provides for this kind of access to this data which, along with it, proved vital for the analysis of behavioral trends in tobacco usage.</a:t>
          </a:r>
        </a:p>
      </dgm:t>
    </dgm:pt>
    <dgm:pt modelId="{98D87FB6-1412-4E78-82D0-0D5B1D01EE0A}" type="parTrans" cxnId="{C3145D4A-A7E9-4DCE-AA33-BF241AC5E372}">
      <dgm:prSet/>
      <dgm:spPr/>
      <dgm:t>
        <a:bodyPr/>
        <a:lstStyle/>
        <a:p>
          <a:endParaRPr lang="en-US"/>
        </a:p>
      </dgm:t>
    </dgm:pt>
    <dgm:pt modelId="{2BDB33A5-8182-4CF5-A0FE-371FFD46B4B5}" type="sibTrans" cxnId="{C3145D4A-A7E9-4DCE-AA33-BF241AC5E372}">
      <dgm:prSet/>
      <dgm:spPr/>
      <dgm:t>
        <a:bodyPr/>
        <a:lstStyle/>
        <a:p>
          <a:endParaRPr lang="en-US"/>
        </a:p>
      </dgm:t>
    </dgm:pt>
    <dgm:pt modelId="{6C28E8A9-4191-412F-A88C-F50BD7904669}">
      <dgm:prSet/>
      <dgm:spPr/>
      <dgm:t>
        <a:bodyPr/>
        <a:lstStyle/>
        <a:p>
          <a:r>
            <a:rPr lang="en-US"/>
            <a:t>The dataset was cleaned and transformed through rigorous cleaning and transformation phases.</a:t>
          </a:r>
        </a:p>
      </dgm:t>
    </dgm:pt>
    <dgm:pt modelId="{1FCAF26F-AD10-4A64-8E1C-F7ED49CC58DF}" type="parTrans" cxnId="{0B0E047C-5AD9-45E2-94B0-8E6C348EE54E}">
      <dgm:prSet/>
      <dgm:spPr/>
      <dgm:t>
        <a:bodyPr/>
        <a:lstStyle/>
        <a:p>
          <a:endParaRPr lang="en-US"/>
        </a:p>
      </dgm:t>
    </dgm:pt>
    <dgm:pt modelId="{E8BB1A78-1C2E-46EC-801B-1DFD51FF66E8}" type="sibTrans" cxnId="{0B0E047C-5AD9-45E2-94B0-8E6C348EE54E}">
      <dgm:prSet/>
      <dgm:spPr/>
      <dgm:t>
        <a:bodyPr/>
        <a:lstStyle/>
        <a:p>
          <a:endParaRPr lang="en-US"/>
        </a:p>
      </dgm:t>
    </dgm:pt>
    <dgm:pt modelId="{6331C2D9-EDFD-413F-8BAD-830BB516C291}">
      <dgm:prSet/>
      <dgm:spPr/>
      <dgm:t>
        <a:bodyPr/>
        <a:lstStyle/>
        <a:p>
          <a:r>
            <a:rPr lang="en-US"/>
            <a:t>There are specific demographic groups (defined by race and age) which manifest unique patterns.</a:t>
          </a:r>
        </a:p>
      </dgm:t>
    </dgm:pt>
    <dgm:pt modelId="{69BC869B-4836-4B49-99C2-8E71856BA94F}" type="parTrans" cxnId="{238D425D-E8FC-4F3E-8BCB-84F4A7603C60}">
      <dgm:prSet/>
      <dgm:spPr/>
      <dgm:t>
        <a:bodyPr/>
        <a:lstStyle/>
        <a:p>
          <a:endParaRPr lang="en-US"/>
        </a:p>
      </dgm:t>
    </dgm:pt>
    <dgm:pt modelId="{1DB95AB4-A500-4971-91CA-30403CBCA679}" type="sibTrans" cxnId="{238D425D-E8FC-4F3E-8BCB-84F4A7603C60}">
      <dgm:prSet/>
      <dgm:spPr/>
      <dgm:t>
        <a:bodyPr/>
        <a:lstStyle/>
        <a:p>
          <a:endParaRPr lang="en-US"/>
        </a:p>
      </dgm:t>
    </dgm:pt>
    <dgm:pt modelId="{82876132-B2FD-4396-A09E-DE6005D17CC1}" type="pres">
      <dgm:prSet presAssocID="{86402FC8-D1FD-48C8-A7F3-372F20C901E2}" presName="vert0" presStyleCnt="0">
        <dgm:presLayoutVars>
          <dgm:dir/>
          <dgm:animOne val="branch"/>
          <dgm:animLvl val="lvl"/>
        </dgm:presLayoutVars>
      </dgm:prSet>
      <dgm:spPr/>
    </dgm:pt>
    <dgm:pt modelId="{E3611AB1-FAAD-4A60-B855-21FAA926A9E1}" type="pres">
      <dgm:prSet presAssocID="{4E911AE7-7BD4-449F-A565-47E88C7D9088}" presName="thickLine" presStyleLbl="alignNode1" presStyleIdx="0" presStyleCnt="6"/>
      <dgm:spPr/>
    </dgm:pt>
    <dgm:pt modelId="{3A2C8EE1-2E27-40C5-928C-14A70A9628A8}" type="pres">
      <dgm:prSet presAssocID="{4E911AE7-7BD4-449F-A565-47E88C7D9088}" presName="horz1" presStyleCnt="0"/>
      <dgm:spPr/>
    </dgm:pt>
    <dgm:pt modelId="{F4BC2740-D2BC-4384-B1F7-B7708732E612}" type="pres">
      <dgm:prSet presAssocID="{4E911AE7-7BD4-449F-A565-47E88C7D9088}" presName="tx1" presStyleLbl="revTx" presStyleIdx="0" presStyleCnt="6"/>
      <dgm:spPr/>
    </dgm:pt>
    <dgm:pt modelId="{F3BF122F-74E4-407A-8224-64551787FD7C}" type="pres">
      <dgm:prSet presAssocID="{4E911AE7-7BD4-449F-A565-47E88C7D9088}" presName="vert1" presStyleCnt="0"/>
      <dgm:spPr/>
    </dgm:pt>
    <dgm:pt modelId="{A95D62CE-5349-4BA9-86DD-D3634B96A6F7}" type="pres">
      <dgm:prSet presAssocID="{D605FA71-6A22-4224-829F-58472AD247D3}" presName="thickLine" presStyleLbl="alignNode1" presStyleIdx="1" presStyleCnt="6"/>
      <dgm:spPr/>
    </dgm:pt>
    <dgm:pt modelId="{570B887E-11D8-4ECC-BDC4-016D9B73C6E5}" type="pres">
      <dgm:prSet presAssocID="{D605FA71-6A22-4224-829F-58472AD247D3}" presName="horz1" presStyleCnt="0"/>
      <dgm:spPr/>
    </dgm:pt>
    <dgm:pt modelId="{30661DED-3C6C-4370-8B0A-43F667BCE597}" type="pres">
      <dgm:prSet presAssocID="{D605FA71-6A22-4224-829F-58472AD247D3}" presName="tx1" presStyleLbl="revTx" presStyleIdx="1" presStyleCnt="6"/>
      <dgm:spPr/>
    </dgm:pt>
    <dgm:pt modelId="{16A60E80-B84C-4FD2-8B17-DF297C5B8E26}" type="pres">
      <dgm:prSet presAssocID="{D605FA71-6A22-4224-829F-58472AD247D3}" presName="vert1" presStyleCnt="0"/>
      <dgm:spPr/>
    </dgm:pt>
    <dgm:pt modelId="{5D521372-311E-4A5B-B6B2-DB5CE844131E}" type="pres">
      <dgm:prSet presAssocID="{42B7739E-5698-44EF-BBFB-44670E4A66FB}" presName="thickLine" presStyleLbl="alignNode1" presStyleIdx="2" presStyleCnt="6"/>
      <dgm:spPr/>
    </dgm:pt>
    <dgm:pt modelId="{E3F01D42-481D-44D5-95AD-5566A50068BB}" type="pres">
      <dgm:prSet presAssocID="{42B7739E-5698-44EF-BBFB-44670E4A66FB}" presName="horz1" presStyleCnt="0"/>
      <dgm:spPr/>
    </dgm:pt>
    <dgm:pt modelId="{0A4FB03C-7CBB-4466-A94F-C416EE352E0C}" type="pres">
      <dgm:prSet presAssocID="{42B7739E-5698-44EF-BBFB-44670E4A66FB}" presName="tx1" presStyleLbl="revTx" presStyleIdx="2" presStyleCnt="6"/>
      <dgm:spPr/>
    </dgm:pt>
    <dgm:pt modelId="{71AF9347-4F95-4F3D-AD14-03BA3D9B960E}" type="pres">
      <dgm:prSet presAssocID="{42B7739E-5698-44EF-BBFB-44670E4A66FB}" presName="vert1" presStyleCnt="0"/>
      <dgm:spPr/>
    </dgm:pt>
    <dgm:pt modelId="{959E6006-53DA-4433-A9B9-731B47DB8571}" type="pres">
      <dgm:prSet presAssocID="{60F34602-D73C-43E7-B2A4-9F1D38FDA19C}" presName="thickLine" presStyleLbl="alignNode1" presStyleIdx="3" presStyleCnt="6"/>
      <dgm:spPr/>
    </dgm:pt>
    <dgm:pt modelId="{A4D7413D-081A-4B3F-A862-2372D4F5C6E3}" type="pres">
      <dgm:prSet presAssocID="{60F34602-D73C-43E7-B2A4-9F1D38FDA19C}" presName="horz1" presStyleCnt="0"/>
      <dgm:spPr/>
    </dgm:pt>
    <dgm:pt modelId="{08E80B3C-AF34-4DDD-8F78-C4A6A40B6999}" type="pres">
      <dgm:prSet presAssocID="{60F34602-D73C-43E7-B2A4-9F1D38FDA19C}" presName="tx1" presStyleLbl="revTx" presStyleIdx="3" presStyleCnt="6"/>
      <dgm:spPr/>
    </dgm:pt>
    <dgm:pt modelId="{C917D8D7-17A8-4C3F-9E7A-47E43E16CA1F}" type="pres">
      <dgm:prSet presAssocID="{60F34602-D73C-43E7-B2A4-9F1D38FDA19C}" presName="vert1" presStyleCnt="0"/>
      <dgm:spPr/>
    </dgm:pt>
    <dgm:pt modelId="{5705C156-B00A-47B9-B3B7-BC3EDDD72CB5}" type="pres">
      <dgm:prSet presAssocID="{6C28E8A9-4191-412F-A88C-F50BD7904669}" presName="thickLine" presStyleLbl="alignNode1" presStyleIdx="4" presStyleCnt="6"/>
      <dgm:spPr/>
    </dgm:pt>
    <dgm:pt modelId="{4FD54C82-D228-4310-B447-034AF1934561}" type="pres">
      <dgm:prSet presAssocID="{6C28E8A9-4191-412F-A88C-F50BD7904669}" presName="horz1" presStyleCnt="0"/>
      <dgm:spPr/>
    </dgm:pt>
    <dgm:pt modelId="{22F7154C-9303-4224-8DA1-830B873AA08A}" type="pres">
      <dgm:prSet presAssocID="{6C28E8A9-4191-412F-A88C-F50BD7904669}" presName="tx1" presStyleLbl="revTx" presStyleIdx="4" presStyleCnt="6"/>
      <dgm:spPr/>
    </dgm:pt>
    <dgm:pt modelId="{D2CC3909-F2A9-4D83-8FC2-FF30E87E8B9B}" type="pres">
      <dgm:prSet presAssocID="{6C28E8A9-4191-412F-A88C-F50BD7904669}" presName="vert1" presStyleCnt="0"/>
      <dgm:spPr/>
    </dgm:pt>
    <dgm:pt modelId="{F1FFCC83-66B2-448E-892E-86C5DE2ECD59}" type="pres">
      <dgm:prSet presAssocID="{6331C2D9-EDFD-413F-8BAD-830BB516C291}" presName="thickLine" presStyleLbl="alignNode1" presStyleIdx="5" presStyleCnt="6"/>
      <dgm:spPr/>
    </dgm:pt>
    <dgm:pt modelId="{5F349178-808E-442A-A282-F62F3C56BB0D}" type="pres">
      <dgm:prSet presAssocID="{6331C2D9-EDFD-413F-8BAD-830BB516C291}" presName="horz1" presStyleCnt="0"/>
      <dgm:spPr/>
    </dgm:pt>
    <dgm:pt modelId="{35C89ED5-26C9-4CE3-BCD3-3D1C306B4517}" type="pres">
      <dgm:prSet presAssocID="{6331C2D9-EDFD-413F-8BAD-830BB516C291}" presName="tx1" presStyleLbl="revTx" presStyleIdx="5" presStyleCnt="6"/>
      <dgm:spPr/>
    </dgm:pt>
    <dgm:pt modelId="{AEB55E7F-9504-4523-A100-613401407113}" type="pres">
      <dgm:prSet presAssocID="{6331C2D9-EDFD-413F-8BAD-830BB516C291}" presName="vert1" presStyleCnt="0"/>
      <dgm:spPr/>
    </dgm:pt>
  </dgm:ptLst>
  <dgm:cxnLst>
    <dgm:cxn modelId="{03FDEE06-A7A2-4081-9427-38BDD6B5F392}" type="presOf" srcId="{42B7739E-5698-44EF-BBFB-44670E4A66FB}" destId="{0A4FB03C-7CBB-4466-A94F-C416EE352E0C}" srcOrd="0" destOrd="0" presId="urn:microsoft.com/office/officeart/2008/layout/LinedList"/>
    <dgm:cxn modelId="{9840B70B-FC18-4F71-AF59-EDFA9D547867}" srcId="{86402FC8-D1FD-48C8-A7F3-372F20C901E2}" destId="{D605FA71-6A22-4224-829F-58472AD247D3}" srcOrd="1" destOrd="0" parTransId="{1E97DD48-6A40-4DB8-B87F-4BD19F9177D1}" sibTransId="{874F7AC5-2BA3-44F3-95BE-3B6E4310308E}"/>
    <dgm:cxn modelId="{6157B51C-3255-48BE-8C7C-36FAAFA8E87F}" type="presOf" srcId="{60F34602-D73C-43E7-B2A4-9F1D38FDA19C}" destId="{08E80B3C-AF34-4DDD-8F78-C4A6A40B6999}" srcOrd="0" destOrd="0" presId="urn:microsoft.com/office/officeart/2008/layout/LinedList"/>
    <dgm:cxn modelId="{238D425D-E8FC-4F3E-8BCB-84F4A7603C60}" srcId="{86402FC8-D1FD-48C8-A7F3-372F20C901E2}" destId="{6331C2D9-EDFD-413F-8BAD-830BB516C291}" srcOrd="5" destOrd="0" parTransId="{69BC869B-4836-4B49-99C2-8E71856BA94F}" sibTransId="{1DB95AB4-A500-4971-91CA-30403CBCA679}"/>
    <dgm:cxn modelId="{C3145D4A-A7E9-4DCE-AA33-BF241AC5E372}" srcId="{86402FC8-D1FD-48C8-A7F3-372F20C901E2}" destId="{60F34602-D73C-43E7-B2A4-9F1D38FDA19C}" srcOrd="3" destOrd="0" parTransId="{98D87FB6-1412-4E78-82D0-0D5B1D01EE0A}" sibTransId="{2BDB33A5-8182-4CF5-A0FE-371FFD46B4B5}"/>
    <dgm:cxn modelId="{89D46F4B-96FC-45C7-95C1-38D1402F6899}" type="presOf" srcId="{D605FA71-6A22-4224-829F-58472AD247D3}" destId="{30661DED-3C6C-4370-8B0A-43F667BCE597}" srcOrd="0" destOrd="0" presId="urn:microsoft.com/office/officeart/2008/layout/LinedList"/>
    <dgm:cxn modelId="{07E01A55-5AC4-4594-8A61-57AE22A73334}" type="presOf" srcId="{4E911AE7-7BD4-449F-A565-47E88C7D9088}" destId="{F4BC2740-D2BC-4384-B1F7-B7708732E612}" srcOrd="0" destOrd="0" presId="urn:microsoft.com/office/officeart/2008/layout/LinedList"/>
    <dgm:cxn modelId="{0B0E047C-5AD9-45E2-94B0-8E6C348EE54E}" srcId="{86402FC8-D1FD-48C8-A7F3-372F20C901E2}" destId="{6C28E8A9-4191-412F-A88C-F50BD7904669}" srcOrd="4" destOrd="0" parTransId="{1FCAF26F-AD10-4A64-8E1C-F7ED49CC58DF}" sibTransId="{E8BB1A78-1C2E-46EC-801B-1DFD51FF66E8}"/>
    <dgm:cxn modelId="{72538188-BCE5-47AD-B85C-76E897C2EB06}" type="presOf" srcId="{6C28E8A9-4191-412F-A88C-F50BD7904669}" destId="{22F7154C-9303-4224-8DA1-830B873AA08A}" srcOrd="0" destOrd="0" presId="urn:microsoft.com/office/officeart/2008/layout/LinedList"/>
    <dgm:cxn modelId="{E363E48A-24A7-4756-B670-BB3C495F0776}" srcId="{86402FC8-D1FD-48C8-A7F3-372F20C901E2}" destId="{4E911AE7-7BD4-449F-A565-47E88C7D9088}" srcOrd="0" destOrd="0" parTransId="{C63670A1-23BC-467B-827D-852474997AC8}" sibTransId="{E95A467E-CAFF-47DE-AEC9-E214451727E2}"/>
    <dgm:cxn modelId="{D084CAA7-BB94-4097-AECF-42BD48A0B4DE}" type="presOf" srcId="{6331C2D9-EDFD-413F-8BAD-830BB516C291}" destId="{35C89ED5-26C9-4CE3-BCD3-3D1C306B4517}" srcOrd="0" destOrd="0" presId="urn:microsoft.com/office/officeart/2008/layout/LinedList"/>
    <dgm:cxn modelId="{CF75A4EE-2AF8-4233-81E6-224840B58B7C}" srcId="{86402FC8-D1FD-48C8-A7F3-372F20C901E2}" destId="{42B7739E-5698-44EF-BBFB-44670E4A66FB}" srcOrd="2" destOrd="0" parTransId="{D13FF79A-FEA5-4810-9209-4ACE4C64E423}" sibTransId="{BA8666CC-A924-42D0-953D-6AB5A9C044DE}"/>
    <dgm:cxn modelId="{B4A8B3FB-20BB-488F-9095-59DBDC7E439C}" type="presOf" srcId="{86402FC8-D1FD-48C8-A7F3-372F20C901E2}" destId="{82876132-B2FD-4396-A09E-DE6005D17CC1}" srcOrd="0" destOrd="0" presId="urn:microsoft.com/office/officeart/2008/layout/LinedList"/>
    <dgm:cxn modelId="{6AD45CF7-5B98-4CB3-A23D-5B000341E128}" type="presParOf" srcId="{82876132-B2FD-4396-A09E-DE6005D17CC1}" destId="{E3611AB1-FAAD-4A60-B855-21FAA926A9E1}" srcOrd="0" destOrd="0" presId="urn:microsoft.com/office/officeart/2008/layout/LinedList"/>
    <dgm:cxn modelId="{AE04B552-6B7D-479A-8F1E-AD6576ECCC00}" type="presParOf" srcId="{82876132-B2FD-4396-A09E-DE6005D17CC1}" destId="{3A2C8EE1-2E27-40C5-928C-14A70A9628A8}" srcOrd="1" destOrd="0" presId="urn:microsoft.com/office/officeart/2008/layout/LinedList"/>
    <dgm:cxn modelId="{BCDC895C-3496-4729-9023-E00176F7B2F7}" type="presParOf" srcId="{3A2C8EE1-2E27-40C5-928C-14A70A9628A8}" destId="{F4BC2740-D2BC-4384-B1F7-B7708732E612}" srcOrd="0" destOrd="0" presId="urn:microsoft.com/office/officeart/2008/layout/LinedList"/>
    <dgm:cxn modelId="{8660FA7C-EE45-486C-AACB-1EE783939E73}" type="presParOf" srcId="{3A2C8EE1-2E27-40C5-928C-14A70A9628A8}" destId="{F3BF122F-74E4-407A-8224-64551787FD7C}" srcOrd="1" destOrd="0" presId="urn:microsoft.com/office/officeart/2008/layout/LinedList"/>
    <dgm:cxn modelId="{4398E2E9-9285-4656-8214-AEF4DFA34382}" type="presParOf" srcId="{82876132-B2FD-4396-A09E-DE6005D17CC1}" destId="{A95D62CE-5349-4BA9-86DD-D3634B96A6F7}" srcOrd="2" destOrd="0" presId="urn:microsoft.com/office/officeart/2008/layout/LinedList"/>
    <dgm:cxn modelId="{E7E1BC9D-2E5E-4C08-9686-8A47A384FAB5}" type="presParOf" srcId="{82876132-B2FD-4396-A09E-DE6005D17CC1}" destId="{570B887E-11D8-4ECC-BDC4-016D9B73C6E5}" srcOrd="3" destOrd="0" presId="urn:microsoft.com/office/officeart/2008/layout/LinedList"/>
    <dgm:cxn modelId="{BB3BFB78-C242-46B0-9725-2E9D283B613D}" type="presParOf" srcId="{570B887E-11D8-4ECC-BDC4-016D9B73C6E5}" destId="{30661DED-3C6C-4370-8B0A-43F667BCE597}" srcOrd="0" destOrd="0" presId="urn:microsoft.com/office/officeart/2008/layout/LinedList"/>
    <dgm:cxn modelId="{F268867E-4647-4BC1-9408-116A8C4E8DF3}" type="presParOf" srcId="{570B887E-11D8-4ECC-BDC4-016D9B73C6E5}" destId="{16A60E80-B84C-4FD2-8B17-DF297C5B8E26}" srcOrd="1" destOrd="0" presId="urn:microsoft.com/office/officeart/2008/layout/LinedList"/>
    <dgm:cxn modelId="{61A06AD7-2C73-48ED-A9DB-4B010BA27BB0}" type="presParOf" srcId="{82876132-B2FD-4396-A09E-DE6005D17CC1}" destId="{5D521372-311E-4A5B-B6B2-DB5CE844131E}" srcOrd="4" destOrd="0" presId="urn:microsoft.com/office/officeart/2008/layout/LinedList"/>
    <dgm:cxn modelId="{D0232648-24A7-4430-BF7F-8FF2C12228DF}" type="presParOf" srcId="{82876132-B2FD-4396-A09E-DE6005D17CC1}" destId="{E3F01D42-481D-44D5-95AD-5566A50068BB}" srcOrd="5" destOrd="0" presId="urn:microsoft.com/office/officeart/2008/layout/LinedList"/>
    <dgm:cxn modelId="{848FD550-DE55-4A55-A4CE-CB4A8BCB252C}" type="presParOf" srcId="{E3F01D42-481D-44D5-95AD-5566A50068BB}" destId="{0A4FB03C-7CBB-4466-A94F-C416EE352E0C}" srcOrd="0" destOrd="0" presId="urn:microsoft.com/office/officeart/2008/layout/LinedList"/>
    <dgm:cxn modelId="{1BFA16C8-70B6-48FD-846E-CE6A8FE91E7B}" type="presParOf" srcId="{E3F01D42-481D-44D5-95AD-5566A50068BB}" destId="{71AF9347-4F95-4F3D-AD14-03BA3D9B960E}" srcOrd="1" destOrd="0" presId="urn:microsoft.com/office/officeart/2008/layout/LinedList"/>
    <dgm:cxn modelId="{03172737-30FE-4031-BBC1-BB61E5CECF20}" type="presParOf" srcId="{82876132-B2FD-4396-A09E-DE6005D17CC1}" destId="{959E6006-53DA-4433-A9B9-731B47DB8571}" srcOrd="6" destOrd="0" presId="urn:microsoft.com/office/officeart/2008/layout/LinedList"/>
    <dgm:cxn modelId="{1A6ED185-6DA6-4EB5-B563-D98FF4C28A67}" type="presParOf" srcId="{82876132-B2FD-4396-A09E-DE6005D17CC1}" destId="{A4D7413D-081A-4B3F-A862-2372D4F5C6E3}" srcOrd="7" destOrd="0" presId="urn:microsoft.com/office/officeart/2008/layout/LinedList"/>
    <dgm:cxn modelId="{7133FF27-840A-482B-A6E8-5608FF5D408E}" type="presParOf" srcId="{A4D7413D-081A-4B3F-A862-2372D4F5C6E3}" destId="{08E80B3C-AF34-4DDD-8F78-C4A6A40B6999}" srcOrd="0" destOrd="0" presId="urn:microsoft.com/office/officeart/2008/layout/LinedList"/>
    <dgm:cxn modelId="{CFDFEAD3-BDD8-44C5-826F-63346EB77A52}" type="presParOf" srcId="{A4D7413D-081A-4B3F-A862-2372D4F5C6E3}" destId="{C917D8D7-17A8-4C3F-9E7A-47E43E16CA1F}" srcOrd="1" destOrd="0" presId="urn:microsoft.com/office/officeart/2008/layout/LinedList"/>
    <dgm:cxn modelId="{406DFBDD-EBA6-4F0E-BCC9-EFFE410E8DD3}" type="presParOf" srcId="{82876132-B2FD-4396-A09E-DE6005D17CC1}" destId="{5705C156-B00A-47B9-B3B7-BC3EDDD72CB5}" srcOrd="8" destOrd="0" presId="urn:microsoft.com/office/officeart/2008/layout/LinedList"/>
    <dgm:cxn modelId="{5CE7CC30-14D2-4120-8114-1F6B34F73258}" type="presParOf" srcId="{82876132-B2FD-4396-A09E-DE6005D17CC1}" destId="{4FD54C82-D228-4310-B447-034AF1934561}" srcOrd="9" destOrd="0" presId="urn:microsoft.com/office/officeart/2008/layout/LinedList"/>
    <dgm:cxn modelId="{3BC1DF9F-1CA7-4A1C-9B70-F5D8B3BB72E5}" type="presParOf" srcId="{4FD54C82-D228-4310-B447-034AF1934561}" destId="{22F7154C-9303-4224-8DA1-830B873AA08A}" srcOrd="0" destOrd="0" presId="urn:microsoft.com/office/officeart/2008/layout/LinedList"/>
    <dgm:cxn modelId="{F6D2AC95-4603-4D81-BDFB-B023E53AAF75}" type="presParOf" srcId="{4FD54C82-D228-4310-B447-034AF1934561}" destId="{D2CC3909-F2A9-4D83-8FC2-FF30E87E8B9B}" srcOrd="1" destOrd="0" presId="urn:microsoft.com/office/officeart/2008/layout/LinedList"/>
    <dgm:cxn modelId="{14F966A5-F3A3-451F-931B-DFEBA3803474}" type="presParOf" srcId="{82876132-B2FD-4396-A09E-DE6005D17CC1}" destId="{F1FFCC83-66B2-448E-892E-86C5DE2ECD59}" srcOrd="10" destOrd="0" presId="urn:microsoft.com/office/officeart/2008/layout/LinedList"/>
    <dgm:cxn modelId="{E623DB2B-7FAF-4ADF-8787-62977D14E777}" type="presParOf" srcId="{82876132-B2FD-4396-A09E-DE6005D17CC1}" destId="{5F349178-808E-442A-A282-F62F3C56BB0D}" srcOrd="11" destOrd="0" presId="urn:microsoft.com/office/officeart/2008/layout/LinedList"/>
    <dgm:cxn modelId="{8098937D-53B1-4901-B4C4-712BFCCF59CE}" type="presParOf" srcId="{5F349178-808E-442A-A282-F62F3C56BB0D}" destId="{35C89ED5-26C9-4CE3-BCD3-3D1C306B4517}" srcOrd="0" destOrd="0" presId="urn:microsoft.com/office/officeart/2008/layout/LinedList"/>
    <dgm:cxn modelId="{53BEF0ED-3A75-4914-87F5-D2CD4F3B56C2}" type="presParOf" srcId="{5F349178-808E-442A-A282-F62F3C56BB0D}" destId="{AEB55E7F-9504-4523-A100-61340140711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C9CDCA-D2E7-48E6-8A34-FE4EDC026DB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F0C752DF-05A6-483D-B8B3-718E3FF92B0E}">
      <dgm:prSet/>
      <dgm:spPr/>
      <dgm:t>
        <a:bodyPr/>
        <a:lstStyle/>
        <a:p>
          <a:r>
            <a:rPr lang="en-US" b="1"/>
            <a:t>Static Dataset: </a:t>
          </a:r>
          <a:r>
            <a:rPr lang="en-US"/>
            <a:t>Behavioral Risk Factor Surveillance System (BRFSS) Survey data from 2011 to 2019</a:t>
          </a:r>
        </a:p>
      </dgm:t>
    </dgm:pt>
    <dgm:pt modelId="{E8390491-49D7-4229-8B8A-A37A888EF791}" type="parTrans" cxnId="{02233267-218F-4503-A88D-E8E1B13793CD}">
      <dgm:prSet/>
      <dgm:spPr/>
      <dgm:t>
        <a:bodyPr/>
        <a:lstStyle/>
        <a:p>
          <a:endParaRPr lang="en-US"/>
        </a:p>
      </dgm:t>
    </dgm:pt>
    <dgm:pt modelId="{DD792E3A-CA20-4D74-B25A-CAA81B1985B1}" type="sibTrans" cxnId="{02233267-218F-4503-A88D-E8E1B13793CD}">
      <dgm:prSet/>
      <dgm:spPr/>
      <dgm:t>
        <a:bodyPr/>
        <a:lstStyle/>
        <a:p>
          <a:endParaRPr lang="en-US"/>
        </a:p>
      </dgm:t>
    </dgm:pt>
    <dgm:pt modelId="{658DAB7D-68D6-4B23-8761-7FA59025E372}">
      <dgm:prSet/>
      <dgm:spPr/>
      <dgm:t>
        <a:bodyPr/>
        <a:lstStyle/>
        <a:p>
          <a:r>
            <a:rPr lang="en-US" b="1"/>
            <a:t>Streaming Dataset: </a:t>
          </a:r>
          <a:r>
            <a:rPr lang="en-US"/>
            <a:t>State Tobacco Activities Tracking and Evaluation (STATE) System</a:t>
          </a:r>
        </a:p>
      </dgm:t>
    </dgm:pt>
    <dgm:pt modelId="{FA2850CD-B5FC-457C-8DDA-17806DE1298F}" type="parTrans" cxnId="{E1898FC5-D100-429D-8F36-40522F0A8F21}">
      <dgm:prSet/>
      <dgm:spPr/>
      <dgm:t>
        <a:bodyPr/>
        <a:lstStyle/>
        <a:p>
          <a:endParaRPr lang="en-US"/>
        </a:p>
      </dgm:t>
    </dgm:pt>
    <dgm:pt modelId="{439C6234-25D6-4A15-B35A-6D2B4FBFBF4C}" type="sibTrans" cxnId="{E1898FC5-D100-429D-8F36-40522F0A8F21}">
      <dgm:prSet/>
      <dgm:spPr/>
      <dgm:t>
        <a:bodyPr/>
        <a:lstStyle/>
        <a:p>
          <a:endParaRPr lang="en-US"/>
        </a:p>
      </dgm:t>
    </dgm:pt>
    <dgm:pt modelId="{FB8CACB0-6A7C-482A-9E19-DA50826A8958}" type="pres">
      <dgm:prSet presAssocID="{54C9CDCA-D2E7-48E6-8A34-FE4EDC026DB5}" presName="root" presStyleCnt="0">
        <dgm:presLayoutVars>
          <dgm:dir/>
          <dgm:resizeHandles val="exact"/>
        </dgm:presLayoutVars>
      </dgm:prSet>
      <dgm:spPr/>
    </dgm:pt>
    <dgm:pt modelId="{DEE000FB-1F9F-418E-BFB9-CFE03E45CDB1}" type="pres">
      <dgm:prSet presAssocID="{F0C752DF-05A6-483D-B8B3-718E3FF92B0E}" presName="compNode" presStyleCnt="0"/>
      <dgm:spPr/>
    </dgm:pt>
    <dgm:pt modelId="{53002EA3-ED32-44A4-894D-85AC74FE7E33}" type="pres">
      <dgm:prSet presAssocID="{F0C752DF-05A6-483D-B8B3-718E3FF92B0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64522A5-713A-4122-978A-A61D3392B1CD}" type="pres">
      <dgm:prSet presAssocID="{F0C752DF-05A6-483D-B8B3-718E3FF92B0E}" presName="spaceRect" presStyleCnt="0"/>
      <dgm:spPr/>
    </dgm:pt>
    <dgm:pt modelId="{3CF3FEC3-4523-4965-AA68-DD5988B47176}" type="pres">
      <dgm:prSet presAssocID="{F0C752DF-05A6-483D-B8B3-718E3FF92B0E}" presName="textRect" presStyleLbl="revTx" presStyleIdx="0" presStyleCnt="2">
        <dgm:presLayoutVars>
          <dgm:chMax val="1"/>
          <dgm:chPref val="1"/>
        </dgm:presLayoutVars>
      </dgm:prSet>
      <dgm:spPr/>
    </dgm:pt>
    <dgm:pt modelId="{1E6E7470-4FD2-45A1-A54C-85FCCE7FC89B}" type="pres">
      <dgm:prSet presAssocID="{DD792E3A-CA20-4D74-B25A-CAA81B1985B1}" presName="sibTrans" presStyleCnt="0"/>
      <dgm:spPr/>
    </dgm:pt>
    <dgm:pt modelId="{A77E35BE-9CD8-4B33-BB52-7DCEA20B13B0}" type="pres">
      <dgm:prSet presAssocID="{658DAB7D-68D6-4B23-8761-7FA59025E372}" presName="compNode" presStyleCnt="0"/>
      <dgm:spPr/>
    </dgm:pt>
    <dgm:pt modelId="{E03873C9-C43B-4A9B-AB8F-5C3CF5C77FF3}" type="pres">
      <dgm:prSet presAssocID="{658DAB7D-68D6-4B23-8761-7FA59025E37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0AEAC26-186F-484F-93EA-366DD65D8EE1}" type="pres">
      <dgm:prSet presAssocID="{658DAB7D-68D6-4B23-8761-7FA59025E372}" presName="spaceRect" presStyleCnt="0"/>
      <dgm:spPr/>
    </dgm:pt>
    <dgm:pt modelId="{DCE62ACB-E421-4F47-842E-6EDC97D66754}" type="pres">
      <dgm:prSet presAssocID="{658DAB7D-68D6-4B23-8761-7FA59025E37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2233267-218F-4503-A88D-E8E1B13793CD}" srcId="{54C9CDCA-D2E7-48E6-8A34-FE4EDC026DB5}" destId="{F0C752DF-05A6-483D-B8B3-718E3FF92B0E}" srcOrd="0" destOrd="0" parTransId="{E8390491-49D7-4229-8B8A-A37A888EF791}" sibTransId="{DD792E3A-CA20-4D74-B25A-CAA81B1985B1}"/>
    <dgm:cxn modelId="{7C9AB268-B519-4E59-B696-45306D878A5E}" type="presOf" srcId="{F0C752DF-05A6-483D-B8B3-718E3FF92B0E}" destId="{3CF3FEC3-4523-4965-AA68-DD5988B47176}" srcOrd="0" destOrd="0" presId="urn:microsoft.com/office/officeart/2018/2/layout/IconLabelList"/>
    <dgm:cxn modelId="{DAC3CFBE-229C-4A51-A8A1-37905BB84AB9}" type="presOf" srcId="{658DAB7D-68D6-4B23-8761-7FA59025E372}" destId="{DCE62ACB-E421-4F47-842E-6EDC97D66754}" srcOrd="0" destOrd="0" presId="urn:microsoft.com/office/officeart/2018/2/layout/IconLabelList"/>
    <dgm:cxn modelId="{E1898FC5-D100-429D-8F36-40522F0A8F21}" srcId="{54C9CDCA-D2E7-48E6-8A34-FE4EDC026DB5}" destId="{658DAB7D-68D6-4B23-8761-7FA59025E372}" srcOrd="1" destOrd="0" parTransId="{FA2850CD-B5FC-457C-8DDA-17806DE1298F}" sibTransId="{439C6234-25D6-4A15-B35A-6D2B4FBFBF4C}"/>
    <dgm:cxn modelId="{7CE028F4-B102-440E-9ED3-2E6501B9B262}" type="presOf" srcId="{54C9CDCA-D2E7-48E6-8A34-FE4EDC026DB5}" destId="{FB8CACB0-6A7C-482A-9E19-DA50826A8958}" srcOrd="0" destOrd="0" presId="urn:microsoft.com/office/officeart/2018/2/layout/IconLabelList"/>
    <dgm:cxn modelId="{63C2D0EF-DF5B-4D89-A0A8-BBF1CE7604F3}" type="presParOf" srcId="{FB8CACB0-6A7C-482A-9E19-DA50826A8958}" destId="{DEE000FB-1F9F-418E-BFB9-CFE03E45CDB1}" srcOrd="0" destOrd="0" presId="urn:microsoft.com/office/officeart/2018/2/layout/IconLabelList"/>
    <dgm:cxn modelId="{B714E487-5CFC-4D73-A17A-A21FC6CBDCDE}" type="presParOf" srcId="{DEE000FB-1F9F-418E-BFB9-CFE03E45CDB1}" destId="{53002EA3-ED32-44A4-894D-85AC74FE7E33}" srcOrd="0" destOrd="0" presId="urn:microsoft.com/office/officeart/2018/2/layout/IconLabelList"/>
    <dgm:cxn modelId="{24FE4AB3-BDD1-4819-8127-8651AD5AA785}" type="presParOf" srcId="{DEE000FB-1F9F-418E-BFB9-CFE03E45CDB1}" destId="{C64522A5-713A-4122-978A-A61D3392B1CD}" srcOrd="1" destOrd="0" presId="urn:microsoft.com/office/officeart/2018/2/layout/IconLabelList"/>
    <dgm:cxn modelId="{2C0EA675-2B72-45FD-B479-78708842C18F}" type="presParOf" srcId="{DEE000FB-1F9F-418E-BFB9-CFE03E45CDB1}" destId="{3CF3FEC3-4523-4965-AA68-DD5988B47176}" srcOrd="2" destOrd="0" presId="urn:microsoft.com/office/officeart/2018/2/layout/IconLabelList"/>
    <dgm:cxn modelId="{2A948903-1269-4D59-A457-7B2E12223CAE}" type="presParOf" srcId="{FB8CACB0-6A7C-482A-9E19-DA50826A8958}" destId="{1E6E7470-4FD2-45A1-A54C-85FCCE7FC89B}" srcOrd="1" destOrd="0" presId="urn:microsoft.com/office/officeart/2018/2/layout/IconLabelList"/>
    <dgm:cxn modelId="{91E022D7-8F12-4DB0-BA07-98853912B0C1}" type="presParOf" srcId="{FB8CACB0-6A7C-482A-9E19-DA50826A8958}" destId="{A77E35BE-9CD8-4B33-BB52-7DCEA20B13B0}" srcOrd="2" destOrd="0" presId="urn:microsoft.com/office/officeart/2018/2/layout/IconLabelList"/>
    <dgm:cxn modelId="{258E8215-6293-42CF-9302-68F2785EAE74}" type="presParOf" srcId="{A77E35BE-9CD8-4B33-BB52-7DCEA20B13B0}" destId="{E03873C9-C43B-4A9B-AB8F-5C3CF5C77FF3}" srcOrd="0" destOrd="0" presId="urn:microsoft.com/office/officeart/2018/2/layout/IconLabelList"/>
    <dgm:cxn modelId="{CE97201F-3EAE-4A3A-854B-CE7920A832F6}" type="presParOf" srcId="{A77E35BE-9CD8-4B33-BB52-7DCEA20B13B0}" destId="{C0AEAC26-186F-484F-93EA-366DD65D8EE1}" srcOrd="1" destOrd="0" presId="urn:microsoft.com/office/officeart/2018/2/layout/IconLabelList"/>
    <dgm:cxn modelId="{E4CFB711-5BC0-4D9C-9267-F69FCB94E125}" type="presParOf" srcId="{A77E35BE-9CD8-4B33-BB52-7DCEA20B13B0}" destId="{DCE62ACB-E421-4F47-842E-6EDC97D6675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881F0-FF13-46F3-8F79-317B8252F1FB}">
      <dsp:nvSpPr>
        <dsp:cNvPr id="0" name=""/>
        <dsp:cNvSpPr/>
      </dsp:nvSpPr>
      <dsp:spPr>
        <a:xfrm>
          <a:off x="3594" y="1527766"/>
          <a:ext cx="1751401" cy="1112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16E3D31-9111-4A0B-A84A-D113FCB09960}">
      <dsp:nvSpPr>
        <dsp:cNvPr id="0" name=""/>
        <dsp:cNvSpPr/>
      </dsp:nvSpPr>
      <dsp:spPr>
        <a:xfrm>
          <a:off x="198194" y="1712636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Nandini</a:t>
          </a:r>
        </a:p>
      </dsp:txBody>
      <dsp:txXfrm>
        <a:off x="230767" y="1745209"/>
        <a:ext cx="1686255" cy="1046994"/>
      </dsp:txXfrm>
    </dsp:sp>
    <dsp:sp modelId="{B90C010A-E6B8-49F0-BA59-1FFAA3F258A5}">
      <dsp:nvSpPr>
        <dsp:cNvPr id="0" name=""/>
        <dsp:cNvSpPr/>
      </dsp:nvSpPr>
      <dsp:spPr>
        <a:xfrm>
          <a:off x="2144196" y="1527766"/>
          <a:ext cx="1751401" cy="1112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73443F1-E79F-4D03-9B3B-D6D8701DEF60}">
      <dsp:nvSpPr>
        <dsp:cNvPr id="0" name=""/>
        <dsp:cNvSpPr/>
      </dsp:nvSpPr>
      <dsp:spPr>
        <a:xfrm>
          <a:off x="2338796" y="1712636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Vamshi</a:t>
          </a:r>
        </a:p>
      </dsp:txBody>
      <dsp:txXfrm>
        <a:off x="2371369" y="1745209"/>
        <a:ext cx="1686255" cy="1046994"/>
      </dsp:txXfrm>
    </dsp:sp>
    <dsp:sp modelId="{9B6FBB0D-DAF5-48FC-82CB-14EF2557DD03}">
      <dsp:nvSpPr>
        <dsp:cNvPr id="0" name=""/>
        <dsp:cNvSpPr/>
      </dsp:nvSpPr>
      <dsp:spPr>
        <a:xfrm>
          <a:off x="4284798" y="1527766"/>
          <a:ext cx="1751401" cy="1112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1445A6D-CA14-44C6-A9B3-37FA6C8E279D}">
      <dsp:nvSpPr>
        <dsp:cNvPr id="0" name=""/>
        <dsp:cNvSpPr/>
      </dsp:nvSpPr>
      <dsp:spPr>
        <a:xfrm>
          <a:off x="4479399" y="1712636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Vijay</a:t>
          </a:r>
        </a:p>
      </dsp:txBody>
      <dsp:txXfrm>
        <a:off x="4511972" y="1745209"/>
        <a:ext cx="1686255" cy="1046994"/>
      </dsp:txXfrm>
    </dsp:sp>
    <dsp:sp modelId="{C4EC53BD-1280-4DF1-9D6C-B8DC069D3B87}">
      <dsp:nvSpPr>
        <dsp:cNvPr id="0" name=""/>
        <dsp:cNvSpPr/>
      </dsp:nvSpPr>
      <dsp:spPr>
        <a:xfrm>
          <a:off x="6425401" y="1527766"/>
          <a:ext cx="1751401" cy="1112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85DE8EF-7F48-448A-958D-B66C78FA3E01}">
      <dsp:nvSpPr>
        <dsp:cNvPr id="0" name=""/>
        <dsp:cNvSpPr/>
      </dsp:nvSpPr>
      <dsp:spPr>
        <a:xfrm>
          <a:off x="6620001" y="1712636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Bala</a:t>
          </a:r>
        </a:p>
      </dsp:txBody>
      <dsp:txXfrm>
        <a:off x="6652574" y="1745209"/>
        <a:ext cx="1686255" cy="1046994"/>
      </dsp:txXfrm>
    </dsp:sp>
    <dsp:sp modelId="{EB06FC24-1E8F-44BE-BD35-4D3323641283}">
      <dsp:nvSpPr>
        <dsp:cNvPr id="0" name=""/>
        <dsp:cNvSpPr/>
      </dsp:nvSpPr>
      <dsp:spPr>
        <a:xfrm>
          <a:off x="8566003" y="1527766"/>
          <a:ext cx="1751401" cy="1112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71B3FA5-3835-454E-BE27-C44B7410CDCC}">
      <dsp:nvSpPr>
        <dsp:cNvPr id="0" name=""/>
        <dsp:cNvSpPr/>
      </dsp:nvSpPr>
      <dsp:spPr>
        <a:xfrm>
          <a:off x="8760603" y="1712636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Jaya Sai</a:t>
          </a:r>
        </a:p>
      </dsp:txBody>
      <dsp:txXfrm>
        <a:off x="8793176" y="1745209"/>
        <a:ext cx="1686255" cy="10469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11AB1-FAAD-4A60-B855-21FAA926A9E1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C2740-D2BC-4384-B1F7-B7708732E612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used in the project are BRFSS Survey Data extracted from the CDC's State Tobacco Activities Tracking and Evaluation (STATE) System.</a:t>
          </a:r>
        </a:p>
      </dsp:txBody>
      <dsp:txXfrm>
        <a:off x="0" y="2124"/>
        <a:ext cx="10515600" cy="724514"/>
      </dsp:txXfrm>
    </dsp:sp>
    <dsp:sp modelId="{A95D62CE-5349-4BA9-86DD-D3634B96A6F7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61DED-3C6C-4370-8B0A-43F667BCE597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goal is to better understand the behavioral health consequences of tobacco use and find out the demographic characteristics.</a:t>
          </a:r>
        </a:p>
      </dsp:txBody>
      <dsp:txXfrm>
        <a:off x="0" y="726639"/>
        <a:ext cx="10515600" cy="724514"/>
      </dsp:txXfrm>
    </dsp:sp>
    <dsp:sp modelId="{5D521372-311E-4A5B-B6B2-DB5CE844131E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4FB03C-7CBB-4466-A94F-C416EE352E0C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project takes a robust data analysis approach to produce actionable insights</a:t>
          </a:r>
        </a:p>
      </dsp:txBody>
      <dsp:txXfrm>
        <a:off x="0" y="1451154"/>
        <a:ext cx="10515600" cy="724514"/>
      </dsp:txXfrm>
    </dsp:sp>
    <dsp:sp modelId="{959E6006-53DA-4433-A9B9-731B47DB8571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80B3C-AF34-4DDD-8F78-C4A6A40B6999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CDC’s STATE System provides for this kind of access to this data which, along with it, proved vital for the analysis of behavioral trends in tobacco usage.</a:t>
          </a:r>
        </a:p>
      </dsp:txBody>
      <dsp:txXfrm>
        <a:off x="0" y="2175669"/>
        <a:ext cx="10515600" cy="724514"/>
      </dsp:txXfrm>
    </dsp:sp>
    <dsp:sp modelId="{5705C156-B00A-47B9-B3B7-BC3EDDD72CB5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7154C-9303-4224-8DA1-830B873AA08A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dataset was cleaned and transformed through rigorous cleaning and transformation phases.</a:t>
          </a:r>
        </a:p>
      </dsp:txBody>
      <dsp:txXfrm>
        <a:off x="0" y="2900183"/>
        <a:ext cx="10515600" cy="724514"/>
      </dsp:txXfrm>
    </dsp:sp>
    <dsp:sp modelId="{F1FFCC83-66B2-448E-892E-86C5DE2ECD59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C89ED5-26C9-4CE3-BCD3-3D1C306B4517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There are specific demographic groups (defined by race and age) which manifest unique patterns.</a:t>
          </a:r>
        </a:p>
      </dsp:txBody>
      <dsp:txXfrm>
        <a:off x="0" y="3624698"/>
        <a:ext cx="10515600" cy="724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02EA3-ED32-44A4-894D-85AC74FE7E33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F3FEC3-4523-4965-AA68-DD5988B47176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Static Dataset: </a:t>
          </a:r>
          <a:r>
            <a:rPr lang="en-US" sz="1700" kern="1200"/>
            <a:t>Behavioral Risk Factor Surveillance System (BRFSS) Survey data from 2011 to 2019</a:t>
          </a:r>
        </a:p>
      </dsp:txBody>
      <dsp:txXfrm>
        <a:off x="559800" y="3022743"/>
        <a:ext cx="4320000" cy="720000"/>
      </dsp:txXfrm>
    </dsp:sp>
    <dsp:sp modelId="{E03873C9-C43B-4A9B-AB8F-5C3CF5C77FF3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62ACB-E421-4F47-842E-6EDC97D66754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Streaming Dataset: </a:t>
          </a:r>
          <a:r>
            <a:rPr lang="en-US" sz="1700" kern="1200"/>
            <a:t>State Tobacco Activities Tracking and Evaluation (STATE) System</a:t>
          </a:r>
        </a:p>
      </dsp:txBody>
      <dsp:txXfrm>
        <a:off x="5635800" y="3022743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DB2CF-6317-46FA-B387-CDB95199EF3D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79241-EBE6-4C8E-AD27-069AC9CAB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6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79241-EBE6-4C8E-AD27-069AC9CAB39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84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F44D-EB6E-3B59-0E65-AC81B8398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C072E-DBC6-D9ED-E809-7049B969C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B027E-7D75-4DFA-93D0-5CBBDEE8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CE112-5BF3-146C-1E93-E3633E34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64735-150B-4005-1DAD-C462F78FD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92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3622-F2C6-F33E-382A-23E1DDAB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9F66F-787C-E4F8-B1D1-58B8F1DAD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28B3A-6DEC-1FE3-6E8F-38C06D38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95E0D-C9B0-0EC4-5BAA-B57798D6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D3A8E-5AE5-DAAA-908E-4C21552B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0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6570-98F1-005F-6AB8-9EACF1C3D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1691D-671F-4FA0-6225-BA3E79AA8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2C759-66D1-FE7F-C6A7-C36C6B90E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2B93E-5880-FBFF-211D-8431A2918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4C3F9-ADCA-D8EA-F8E2-49A7DD9B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7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3064-9982-4961-B587-9B6F2652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24A59-616A-1623-038D-00FCCB81F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4CB76-844C-7B78-1A99-8434302D3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59C72-239F-D4CB-74DA-461AEE029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C94C9-C906-A541-4DD5-21F78E4A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711FA-02D9-0687-32FD-6A19B5F7A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0344-D472-E96A-AD13-570629DAD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D99B1-6FA3-96DF-CB09-EB0E435AD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2DA89-E5CE-F735-9E07-DD013A5DA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DBCC6-4F44-63F2-62C2-8EB0E12D4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7950CA-971C-81BC-E3BF-6BF7277ED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1C91E1-52F6-8C43-6B42-B874C28D6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86A18-37DB-880F-F24E-B6C72E1F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A39218-CE0D-C633-2EEA-B5F7C247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1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1A061-5CD7-F1F1-0012-8B13133C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46AD77-F63E-27A2-26A3-2072F030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243C5-BCCD-60CF-BE79-CD1A7B13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C3F65-1DAA-CE1E-BCED-DEE96A8F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9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5ACF7B-5E40-2AE4-FDEF-6971997D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8A36F-FD6A-899C-C284-17EDCF4B1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272DE-A996-DE06-51F8-E1E03B83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6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F31E-01C9-6BC3-771B-C2FB5C308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06130-F450-B328-D403-1E4A0F52E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22F61-3157-53AA-A78E-FD99FD9DB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AC9FE-80DC-EABC-EB1D-131FCAA6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ECC7C-C4C2-AB54-808C-B34F9691F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94C91-B8B3-206D-8083-371FFCE5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6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6D9E-0A12-013A-F56C-E2BCF669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965C7-1C80-E5AC-9E97-1EB1D05AC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5B100-E625-DC26-40BE-21C5E240F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EEB46-4B54-6FD1-7E85-2DEFFE241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58129-EF59-EBC6-8ED2-C2B544C4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D57B7-A5E6-3360-4FF6-EFE336E9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4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4265-37E7-B48E-519D-626DA13E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DE4A4-E802-539E-DA7F-C924CAB38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C452E-0865-5827-1626-0F4E8A09B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511C7-7AF7-82B3-F592-E985D7E2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183BA-516C-D6BF-B8D5-2A318FC6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4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A25690-EEA2-1D4C-67F7-BC0C03507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8F76C-641B-0406-B02A-2E8EAA550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0F23D-28B6-68F3-3F2F-7CFBE41BC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E4A57-C775-6FB4-2D5E-568B440AB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9429E-A624-006F-7292-23044D37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6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73E57-506B-3BD7-DCBB-88AB4D2E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DF573-6471-FF2C-16E6-CA662CA0D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0C137-D2BA-2E03-C214-2D48C53BE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BF793-E403-4D15-B9B0-4F510D4ED7D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25708-E64B-4D04-1A3D-9554462A1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BD55C-06CC-6CC1-3C7A-422BB6FF7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CF640-F00D-40AC-B660-D9E8EFBB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2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ypmed.2021.10643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hyperlink" Target="https://healthdata.gov/browse?q=Behavioral+Risk+Factor+Surveillance+System&amp;sortBy=relevance&amp;page=1&amp;pageSize=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36B616-02C9-0E3D-939A-EDFF12EDE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988" y="320041"/>
            <a:ext cx="6707084" cy="3892668"/>
          </a:xfrm>
        </p:spPr>
        <p:txBody>
          <a:bodyPr>
            <a:normAutofit/>
          </a:bodyPr>
          <a:lstStyle/>
          <a:p>
            <a:pPr algn="l"/>
            <a:r>
              <a:rPr lang="en-US" sz="46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Tobacco Use and Health Risks: Leveraging Big Data to Analyze Behavioral Patterns and Trends</a:t>
            </a:r>
            <a:br>
              <a:rPr lang="en-US" sz="46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4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3762F-302A-BFFA-86E9-642923CB0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3699" y="4631161"/>
            <a:ext cx="6707366" cy="1569486"/>
          </a:xfrm>
        </p:spPr>
        <p:txBody>
          <a:bodyPr>
            <a:normAutofit/>
          </a:bodyPr>
          <a:lstStyle/>
          <a:p>
            <a:pPr algn="r"/>
            <a:r>
              <a:rPr lang="en-US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 Care Industry</a:t>
            </a:r>
          </a:p>
          <a:p>
            <a:pPr algn="r"/>
            <a:r>
              <a:rPr lang="en-US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 11</a:t>
            </a:r>
          </a:p>
          <a:p>
            <a:pPr algn="r"/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  <p:pic>
        <p:nvPicPr>
          <p:cNvPr id="19" name="Graphic 18" descr="Smoking">
            <a:extLst>
              <a:ext uri="{FF2B5EF4-FFF2-40B4-BE49-F238E27FC236}">
                <a16:creationId xmlns:a16="http://schemas.microsoft.com/office/drawing/2014/main" id="{79E6B2F6-E6AB-4EB0-CEDA-6874F8E2F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1226248"/>
            <a:ext cx="4087368" cy="4087368"/>
          </a:xfrm>
          <a:prstGeom prst="rect">
            <a:avLst/>
          </a:prstGeom>
        </p:spPr>
      </p:pic>
      <p:sp>
        <p:nvSpPr>
          <p:cNvPr id="6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95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2B9FB-83AB-5258-7573-33165FCC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D07BAA4F-AA47-AEE7-091A-D8BCC3EBE8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7700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601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BB7D7-E608-9077-A28F-0F4561596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Introduction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B235353-6D32-DE22-0445-A72E986332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6813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4380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82810E-DA55-F6BC-5B59-0278E333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Data Collection</a:t>
            </a: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5EC60DBE-AB88-D511-638C-45D9DCD8C4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0923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561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D272D-7A8E-F6AB-1233-F6EA8FB61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storage and pipelines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E2742D-C2FD-0A31-CA19-C49DCB5CE0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630936"/>
            <a:ext cx="6633273" cy="39136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491DB-0E0B-DB99-F55E-D425AEFE7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effectLst/>
              </a:rPr>
              <a:t>Step 1:Setting up the GCP project environment</a:t>
            </a:r>
            <a:endParaRPr lang="en-US" sz="2200">
              <a:effectLst/>
            </a:endParaRPr>
          </a:p>
          <a:p>
            <a:r>
              <a:rPr lang="en-US" sz="2200"/>
              <a:t>S</a:t>
            </a:r>
            <a:r>
              <a:rPr lang="en-US" sz="2200">
                <a:effectLst/>
              </a:rPr>
              <a:t>etup a GCP project which will hold all of the tasks and analysis.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760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89546-60A5-C8D7-293C-7DA77710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 Storage</a:t>
            </a:r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4F2D5-15A3-975C-4935-15CF2D3EE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b="1">
                <a:effectLst/>
              </a:rPr>
              <a:t>Step 2:Configuring the google cloud storage</a:t>
            </a:r>
            <a:endParaRPr lang="en-US" sz="1900">
              <a:effectLst/>
            </a:endParaRPr>
          </a:p>
          <a:p>
            <a:r>
              <a:rPr lang="en-US" sz="1900">
                <a:effectLst/>
              </a:rPr>
              <a:t>Setting up the storage bucket for efficient data storage.</a:t>
            </a:r>
          </a:p>
          <a:p>
            <a:r>
              <a:rPr lang="en-US" sz="1900">
                <a:effectLst/>
              </a:rPr>
              <a:t>We created the bucket named</a:t>
            </a:r>
            <a:r>
              <a:rPr lang="en-US" sz="1900" b="1">
                <a:effectLst/>
              </a:rPr>
              <a:t> “tobacco-use-dataset”.</a:t>
            </a:r>
          </a:p>
          <a:p>
            <a:r>
              <a:rPr lang="en-US" sz="1900">
                <a:effectLst/>
              </a:rPr>
              <a:t>This also involved setting up the appropriate region and permission for team access.</a:t>
            </a:r>
          </a:p>
          <a:p>
            <a:endParaRPr lang="en-US" sz="1900">
              <a:effectLst/>
            </a:endParaRPr>
          </a:p>
          <a:p>
            <a:endParaRPr lang="en-US" sz="1900">
              <a:effectLst/>
            </a:endParaRP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02D2045-B4C8-FDB0-6B4E-0A3B74B32B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1064476"/>
            <a:ext cx="6903720" cy="472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36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C3EEB-F3AD-C456-A018-490352EB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DataProc Cluster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BC3F7-A1E1-9DFE-F64F-FDC9CB3ED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b="1">
                <a:effectLst/>
              </a:rPr>
              <a:t>Step 3:Setting up the Hadoop ecosystem</a:t>
            </a:r>
            <a:endParaRPr lang="en-US" sz="1900">
              <a:effectLst/>
            </a:endParaRPr>
          </a:p>
          <a:p>
            <a:r>
              <a:rPr lang="en-US" sz="1900">
                <a:effectLst/>
              </a:rPr>
              <a:t>It was to manage and analyze large dataset effectively.</a:t>
            </a:r>
          </a:p>
          <a:p>
            <a:r>
              <a:rPr lang="en-US" sz="1900">
                <a:effectLst/>
              </a:rPr>
              <a:t>The name of the cluster is </a:t>
            </a:r>
            <a:r>
              <a:rPr lang="en-US" sz="1900" b="1">
                <a:effectLst/>
              </a:rPr>
              <a:t>tobacco-use-Hadoop-cluster.</a:t>
            </a:r>
          </a:p>
          <a:p>
            <a:r>
              <a:rPr lang="en-US" sz="1900">
                <a:effectLst/>
              </a:rPr>
              <a:t>The screenshot indictaes </a:t>
            </a:r>
            <a:r>
              <a:rPr lang="en-US" sz="1900"/>
              <a:t>how the </a:t>
            </a:r>
            <a:r>
              <a:rPr lang="en-US" sz="1900">
                <a:effectLst/>
              </a:rPr>
              <a:t>node and worker configuration works.</a:t>
            </a:r>
          </a:p>
          <a:p>
            <a:endParaRPr lang="en-US" sz="19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833AC8-F090-EF62-8140-12E8DA376A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986809"/>
            <a:ext cx="6903720" cy="488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11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D0EFB-083F-80F0-3835-624642195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Processing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559C7-925F-D440-9075-5A313BA40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T</a:t>
            </a:r>
            <a:r>
              <a:rPr lang="en-US" sz="2200">
                <a:effectLst/>
              </a:rPr>
              <a:t>he final cluster created with all hive and spark services enabled by default in dataproc for further data processing.</a:t>
            </a:r>
          </a:p>
          <a:p>
            <a:endParaRPr lang="en-US" sz="2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B4D40E-AC9D-1EB0-B723-D088C24870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1124884"/>
            <a:ext cx="6903720" cy="460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55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63C9F-EE5D-4E18-883B-C9DD14C3B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 Interface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258AD5-E64E-8110-CAE4-478029608D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1131272"/>
            <a:ext cx="6894576" cy="29129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57A3D-BFA9-BBA6-1444-CD043E729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>
                <a:effectLst/>
              </a:rPr>
              <a:t>We used the Spark History Server which is a web interface.</a:t>
            </a:r>
          </a:p>
          <a:p>
            <a:r>
              <a:rPr lang="en-US" sz="1500"/>
              <a:t>This</a:t>
            </a:r>
            <a:r>
              <a:rPr lang="en-US" sz="1500">
                <a:effectLst/>
              </a:rPr>
              <a:t> monitors and reviews Spark jobs status and performance. </a:t>
            </a:r>
          </a:p>
          <a:p>
            <a:r>
              <a:rPr lang="en-US" sz="1500"/>
              <a:t>T</a:t>
            </a:r>
            <a:r>
              <a:rPr lang="en-US" sz="1500">
                <a:effectLst/>
              </a:rPr>
              <a:t>his tool allows us to analyze the details of job executions, read error messages, tune future jobs by seeing resource usage and job running time</a:t>
            </a:r>
            <a:r>
              <a:rPr lang="en-US" sz="15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5578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8F0EB-79FD-9A42-86B5-5BE38CC1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Hadoop Ecosystem 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CA458-0D09-C09E-1A3F-E082FF902F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ffectLst/>
              </a:rPr>
              <a:t>This was the overall configuration of the Hadoop ecosystem</a:t>
            </a:r>
          </a:p>
          <a:p>
            <a:endParaRPr lang="en-US" sz="2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223FC9-B706-41F1-C5A1-C787DCE45A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1107624"/>
            <a:ext cx="6903720" cy="464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90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5DE6B-2238-56A9-A535-CBB606CFF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Query for static dataset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2D09BB-5A9A-9FE0-FEE6-8C74AD1268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630936"/>
            <a:ext cx="6139031" cy="39136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7E5FB-65A5-6ECE-B45D-5018420B3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>
                <a:effectLst/>
              </a:rPr>
              <a:t>Step 4: Creating dataset and table in Big query for static dataset</a:t>
            </a:r>
            <a:endParaRPr lang="en-US" sz="1700">
              <a:effectLst/>
            </a:endParaRPr>
          </a:p>
          <a:p>
            <a:r>
              <a:rPr lang="en-US" sz="1700"/>
              <a:t>C</a:t>
            </a:r>
            <a:r>
              <a:rPr lang="en-US" sz="1700">
                <a:effectLst/>
              </a:rPr>
              <a:t>reated a dataset and table.</a:t>
            </a:r>
          </a:p>
          <a:p>
            <a:r>
              <a:rPr lang="en-US" sz="1700"/>
              <a:t>D</a:t>
            </a:r>
            <a:r>
              <a:rPr lang="en-US" sz="1700">
                <a:effectLst/>
              </a:rPr>
              <a:t>ata was ingested for further preprocessing and analysis.</a:t>
            </a:r>
          </a:p>
          <a:p>
            <a:r>
              <a:rPr lang="en-US" sz="1700"/>
              <a:t>T</a:t>
            </a:r>
            <a:r>
              <a:rPr lang="en-US" sz="1700">
                <a:effectLst/>
              </a:rPr>
              <a:t>he table preview for the Tobacco dataset.</a:t>
            </a:r>
          </a:p>
          <a:p>
            <a:endParaRPr lang="en-US" sz="1700">
              <a:effectLst/>
            </a:endParaRP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203878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5E2F1-1126-E47B-10EE-2FE92908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Cleaning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5CBAD-DDE7-DE0B-E6EB-801D95BB3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ffectLst/>
              </a:rPr>
              <a:t>We used spark in data cleaning and filtering all the relevant columns using this code.</a:t>
            </a:r>
          </a:p>
          <a:p>
            <a:endParaRPr lang="en-US" sz="2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EFFD3B-6434-01DC-A830-0B2CD04B06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1349254"/>
            <a:ext cx="6903720" cy="41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11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6EFDC-026B-926B-39AD-E55B9543F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Preprocessing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ECA1FE-B4D9-DF64-96C3-565BEC33A4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630936"/>
            <a:ext cx="4861653" cy="39136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DFD4E-ABD5-0E6A-29E1-174B6CCB8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 b="1">
                <a:effectLst/>
              </a:rPr>
              <a:t>Step 5: Advanced data preprocessing and analysis using Big query</a:t>
            </a:r>
          </a:p>
          <a:p>
            <a:r>
              <a:rPr lang="en-US" sz="1200">
                <a:effectLst/>
              </a:rPr>
              <a:t>The first process was to filter out all unnecessary columns and remove all null values</a:t>
            </a:r>
            <a:r>
              <a:rPr lang="en-US" sz="1200" b="1"/>
              <a:t>.</a:t>
            </a:r>
          </a:p>
          <a:p>
            <a:r>
              <a:rPr lang="en-US" sz="1200">
                <a:effectLst/>
              </a:rPr>
              <a:t>Then we created a new table in bigquery</a:t>
            </a:r>
            <a:r>
              <a:rPr lang="en-US" sz="1200"/>
              <a:t>.</a:t>
            </a:r>
          </a:p>
          <a:p>
            <a:r>
              <a:rPr lang="en-US" sz="1200"/>
              <a:t>S</a:t>
            </a:r>
            <a:r>
              <a:rPr lang="en-US" sz="1200">
                <a:effectLst/>
              </a:rPr>
              <a:t>tore the new cleaned data for further analysis. </a:t>
            </a:r>
          </a:p>
          <a:p>
            <a:r>
              <a:rPr lang="en-US" sz="1200"/>
              <a:t>T</a:t>
            </a:r>
            <a:r>
              <a:rPr lang="en-US" sz="1200">
                <a:effectLst/>
              </a:rPr>
              <a:t>he new schema for the cleaned table.</a:t>
            </a:r>
          </a:p>
          <a:p>
            <a:endParaRPr lang="en-US" sz="1200">
              <a:effectLst/>
            </a:endParaRPr>
          </a:p>
          <a:p>
            <a:endParaRPr lang="en-US" sz="1200">
              <a:effectLst/>
            </a:endParaRPr>
          </a:p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974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6D3A1-78B4-EE60-6BAB-7609138D9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Analysis by Gender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6DFCC-C4DF-625D-9806-0CCA258FC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ffectLst/>
              </a:rPr>
              <a:t>Step 7: Data analysis</a:t>
            </a:r>
            <a:endParaRPr lang="en-US" sz="2000">
              <a:effectLst/>
            </a:endParaRPr>
          </a:p>
          <a:p>
            <a:r>
              <a:rPr lang="en-US" sz="2000">
                <a:effectLst/>
              </a:rPr>
              <a:t>The query calculates the average Data Value (amount of tobacco used), groups by Education and Gender.</a:t>
            </a:r>
          </a:p>
          <a:p>
            <a:r>
              <a:rPr lang="en-US" sz="2000">
                <a:effectLst/>
              </a:rPr>
              <a:t>Results show that at all levels of education, males have consistently higher rates of tobacco use than females.</a:t>
            </a:r>
            <a:endParaRPr lang="en-US" sz="20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EDF832-C114-40D1-EFDB-9668E55D55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66461" y="640080"/>
            <a:ext cx="607939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56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FE249-3911-9524-2E3A-73A6DAF60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Analysis by age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4BCBBF-0285-9A5C-D833-0274A59275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630936"/>
            <a:ext cx="4196924" cy="39136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335DD-72F7-D23C-A152-306E45A50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>
                <a:effectLst/>
              </a:rPr>
              <a:t>The analysis was to determine the highest the top three with highest tobacco use.</a:t>
            </a:r>
          </a:p>
          <a:p>
            <a:r>
              <a:rPr lang="en-US" sz="1900">
                <a:effectLst/>
              </a:rPr>
              <a:t>The age groups reveals that adults in the age group bracket of 25 to 44 years consume tobacco at the highest average rates.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679648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25006-C5EC-8531-9697-1FA325612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Analysis by year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8544-C0A2-44D3-624A-D794BD77B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ffectLst/>
              </a:rPr>
              <a:t>The other insight was the top three years with the highest number of tobacco usage.</a:t>
            </a:r>
          </a:p>
          <a:p>
            <a:r>
              <a:rPr lang="en-US" sz="2200">
                <a:effectLst/>
              </a:rPr>
              <a:t>The relatively stable average tobacco use over these three years suggests a persistent trend of consumption.</a:t>
            </a:r>
            <a:endParaRPr lang="en-US" sz="2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A922A6-4519-FE57-A5BB-E1DDDD79C2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6" y="969550"/>
            <a:ext cx="6903720" cy="491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501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D00A6-CA66-C771-E56A-36C78E840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5DA07-13EB-564B-8389-7C6B0239D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19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Tobacco use data, which includes all the trends and patterns characteristics across various demographic and year groups, is analyzed in a comprehensive way. </a:t>
            </a:r>
          </a:p>
          <a:p>
            <a:r>
              <a:rPr lang="en-US" sz="19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 further investigate what may be causing these trends, the data suggests that some years, in 2013, saw peaks of average tobacco consumption. </a:t>
            </a:r>
          </a:p>
          <a:p>
            <a:r>
              <a:rPr lang="en-US" sz="1900"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9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 findings indicate that tobacco consumption continues to be a persistent public health 'concern' at all levels of education</a:t>
            </a:r>
            <a:endParaRPr lang="en-US" sz="190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9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data provide insights into variations in tobacco use, by race and by age, that can help shape tailored prevention.</a:t>
            </a:r>
          </a:p>
          <a:p>
            <a:r>
              <a:rPr lang="en-US" sz="19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might also help guide the timing of public health campaigns based on tobacco consumption patterns by season.</a:t>
            </a:r>
            <a:endParaRPr lang="en-US" sz="190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1900"/>
          </a:p>
        </p:txBody>
      </p:sp>
      <p:pic>
        <p:nvPicPr>
          <p:cNvPr id="5" name="Picture 4" descr="A pencil on top of a paper with a printed line graph">
            <a:extLst>
              <a:ext uri="{FF2B5EF4-FFF2-40B4-BE49-F238E27FC236}">
                <a16:creationId xmlns:a16="http://schemas.microsoft.com/office/drawing/2014/main" id="{B3D2682A-2DA3-7EFE-0C2D-0E669936DD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784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34573-35C7-BEAC-B8DC-49D41AB34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References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E9DF5-E550-ADEE-8545-A71D7123B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04943"/>
            <a:ext cx="4243589" cy="3787294"/>
          </a:xfrm>
        </p:spPr>
        <p:txBody>
          <a:bodyPr>
            <a:normAutofit lnSpcReduction="10000"/>
          </a:bodyPr>
          <a:lstStyle/>
          <a:p>
            <a:pPr marL="0" marR="0">
              <a:spcAft>
                <a:spcPts val="800"/>
              </a:spcAf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Centers for Disease Control and Prevention. (2021). State-specific patterns of cigarette smoking, smokeless tobacco use, and e-cigarette use among adults—United States, 2016. Morbidity and Mortality Weekly Report, 66(3), 120-126. https://doi.org/10.15585/mmwr.mm6603a2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Lee, J. M., &amp; Hager, L. (2021). Trends in tobacco product use among U.S. high school students: 2011-2019. Preventive Medicine, 145, 106432. 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https://doi.org/10.1016/j.ypmed.2021.106432</a:t>
            </a:r>
            <a:endParaRPr lang="en-US" sz="17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https://healthdata.gov/browse?q=Behavioral+Risk+Factor+Surveillance+System&amp;sortBy=relevance&amp;page=1&amp;pageSize=20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spcAft>
                <a:spcPts val="800"/>
              </a:spcAft>
            </a:pP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700" dirty="0"/>
          </a:p>
        </p:txBody>
      </p:sp>
      <p:pic>
        <p:nvPicPr>
          <p:cNvPr id="5" name="Picture 4" descr="Rolls of Newspaper">
            <a:extLst>
              <a:ext uri="{FF2B5EF4-FFF2-40B4-BE49-F238E27FC236}">
                <a16:creationId xmlns:a16="http://schemas.microsoft.com/office/drawing/2014/main" id="{2E911E95-ACF3-1D23-0DE6-7DA7C105D3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625" r="422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4697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864</Words>
  <Application>Microsoft Office PowerPoint</Application>
  <PresentationFormat>Widescreen</PresentationFormat>
  <Paragraphs>75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Times New Roman</vt:lpstr>
      <vt:lpstr>Office Theme</vt:lpstr>
      <vt:lpstr>Tobacco Use and Health Risks: Leveraging Big Data to Analyze Behavioral Patterns and Trends </vt:lpstr>
      <vt:lpstr>Team Members</vt:lpstr>
      <vt:lpstr>Introduction</vt:lpstr>
      <vt:lpstr>Data Collection</vt:lpstr>
      <vt:lpstr>Data storage and pipelines</vt:lpstr>
      <vt:lpstr>Cloud Storage</vt:lpstr>
      <vt:lpstr>DataProc Cluster</vt:lpstr>
      <vt:lpstr>Data Processing</vt:lpstr>
      <vt:lpstr>Web Interface</vt:lpstr>
      <vt:lpstr>Hadoop Ecosystem </vt:lpstr>
      <vt:lpstr>Query for static dataset</vt:lpstr>
      <vt:lpstr>Data Cleaning</vt:lpstr>
      <vt:lpstr>Data Preprocessing</vt:lpstr>
      <vt:lpstr>Data Analysis by Gender</vt:lpstr>
      <vt:lpstr>Data Analysis by age</vt:lpstr>
      <vt:lpstr>Data Analysis by year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Gottipati Jahnavi</dc:creator>
  <cp:lastModifiedBy>Vamshi Kalyan Yerramilli</cp:lastModifiedBy>
  <cp:revision>2</cp:revision>
  <dcterms:created xsi:type="dcterms:W3CDTF">2024-11-05T18:21:47Z</dcterms:created>
  <dcterms:modified xsi:type="dcterms:W3CDTF">2024-11-29T20:45:49Z</dcterms:modified>
</cp:coreProperties>
</file>